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</p:sldMasterIdLst>
  <p:notesMasterIdLst>
    <p:notesMasterId r:id="rId21"/>
  </p:notesMasterIdLst>
  <p:sldIdLst>
    <p:sldId id="262" r:id="rId5"/>
    <p:sldId id="299" r:id="rId6"/>
    <p:sldId id="287" r:id="rId7"/>
    <p:sldId id="263" r:id="rId8"/>
    <p:sldId id="273" r:id="rId9"/>
    <p:sldId id="280" r:id="rId10"/>
    <p:sldId id="281" r:id="rId11"/>
    <p:sldId id="282" r:id="rId12"/>
    <p:sldId id="316" r:id="rId13"/>
    <p:sldId id="283" r:id="rId14"/>
    <p:sldId id="291" r:id="rId15"/>
    <p:sldId id="289" r:id="rId16"/>
    <p:sldId id="293" r:id="rId17"/>
    <p:sldId id="295" r:id="rId18"/>
    <p:sldId id="297" r:id="rId19"/>
    <p:sldId id="278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557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0" Type="http://schemas.openxmlformats.org/officeDocument/2006/relationships/tags" Target="../tags/tag244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73047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0650"/>
            <a:ext cx="12192000" cy="387350"/>
          </a:xfrm>
          <a:prstGeom prst="rect">
            <a:avLst/>
          </a:prstGeom>
          <a:solidFill>
            <a:schemeClr val="bg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bg2">
              <a:alpha val="1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30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30000"/>
                </a:schemeClr>
              </a:gs>
              <a:gs pos="100000">
                <a:schemeClr val="bg2">
                  <a:alpha val="1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9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7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9525"/>
            <a:ext cx="12192000" cy="26638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5240" y="5301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-994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6661"/>
            <a:ext cx="12192000" cy="1828799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0296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400" y="1382"/>
            <a:ext cx="12192000" cy="9144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73047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bg2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0650"/>
            <a:ext cx="12192000" cy="387350"/>
          </a:xfrm>
          <a:prstGeom prst="rect">
            <a:avLst/>
          </a:prstGeom>
          <a:solidFill>
            <a:schemeClr val="bg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9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bg2">
              <a:alpha val="1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30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30000"/>
                </a:schemeClr>
              </a:gs>
              <a:gs pos="100000">
                <a:schemeClr val="bg2">
                  <a:alpha val="1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9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7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9525"/>
            <a:ext cx="12192000" cy="26638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5240" y="5301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-994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6661"/>
            <a:ext cx="12192000" cy="1828799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0296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400" y="1382"/>
            <a:ext cx="12192000" cy="9144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51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>
              <a:lumMod val="9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364.xml"/><Relationship Id="rId98" Type="http://schemas.openxmlformats.org/officeDocument/2006/relationships/tags" Target="../tags/tag363.xml"/><Relationship Id="rId97" Type="http://schemas.openxmlformats.org/officeDocument/2006/relationships/tags" Target="../tags/tag362.xml"/><Relationship Id="rId96" Type="http://schemas.openxmlformats.org/officeDocument/2006/relationships/tags" Target="../tags/tag361.xml"/><Relationship Id="rId95" Type="http://schemas.openxmlformats.org/officeDocument/2006/relationships/tags" Target="../tags/tag360.xml"/><Relationship Id="rId94" Type="http://schemas.openxmlformats.org/officeDocument/2006/relationships/tags" Target="../tags/tag359.xml"/><Relationship Id="rId93" Type="http://schemas.openxmlformats.org/officeDocument/2006/relationships/tags" Target="../tags/tag358.xml"/><Relationship Id="rId92" Type="http://schemas.openxmlformats.org/officeDocument/2006/relationships/tags" Target="../tags/tag357.xml"/><Relationship Id="rId91" Type="http://schemas.openxmlformats.org/officeDocument/2006/relationships/tags" Target="../tags/tag356.xml"/><Relationship Id="rId90" Type="http://schemas.openxmlformats.org/officeDocument/2006/relationships/tags" Target="../tags/tag355.xml"/><Relationship Id="rId9" Type="http://schemas.openxmlformats.org/officeDocument/2006/relationships/tags" Target="../tags/tag274.xml"/><Relationship Id="rId89" Type="http://schemas.openxmlformats.org/officeDocument/2006/relationships/tags" Target="../tags/tag354.xml"/><Relationship Id="rId88" Type="http://schemas.openxmlformats.org/officeDocument/2006/relationships/tags" Target="../tags/tag353.xml"/><Relationship Id="rId87" Type="http://schemas.openxmlformats.org/officeDocument/2006/relationships/tags" Target="../tags/tag352.xml"/><Relationship Id="rId86" Type="http://schemas.openxmlformats.org/officeDocument/2006/relationships/tags" Target="../tags/tag351.xml"/><Relationship Id="rId85" Type="http://schemas.openxmlformats.org/officeDocument/2006/relationships/tags" Target="../tags/tag350.xml"/><Relationship Id="rId84" Type="http://schemas.openxmlformats.org/officeDocument/2006/relationships/tags" Target="../tags/tag349.xml"/><Relationship Id="rId83" Type="http://schemas.openxmlformats.org/officeDocument/2006/relationships/tags" Target="../tags/tag348.xml"/><Relationship Id="rId82" Type="http://schemas.openxmlformats.org/officeDocument/2006/relationships/tags" Target="../tags/tag347.xml"/><Relationship Id="rId81" Type="http://schemas.openxmlformats.org/officeDocument/2006/relationships/tags" Target="../tags/tag346.xml"/><Relationship Id="rId80" Type="http://schemas.openxmlformats.org/officeDocument/2006/relationships/tags" Target="../tags/tag345.xml"/><Relationship Id="rId8" Type="http://schemas.openxmlformats.org/officeDocument/2006/relationships/tags" Target="../tags/tag273.xml"/><Relationship Id="rId79" Type="http://schemas.openxmlformats.org/officeDocument/2006/relationships/tags" Target="../tags/tag344.xml"/><Relationship Id="rId78" Type="http://schemas.openxmlformats.org/officeDocument/2006/relationships/tags" Target="../tags/tag343.xml"/><Relationship Id="rId77" Type="http://schemas.openxmlformats.org/officeDocument/2006/relationships/tags" Target="../tags/tag342.xml"/><Relationship Id="rId76" Type="http://schemas.openxmlformats.org/officeDocument/2006/relationships/tags" Target="../tags/tag341.xml"/><Relationship Id="rId75" Type="http://schemas.openxmlformats.org/officeDocument/2006/relationships/tags" Target="../tags/tag340.xml"/><Relationship Id="rId74" Type="http://schemas.openxmlformats.org/officeDocument/2006/relationships/tags" Target="../tags/tag339.xml"/><Relationship Id="rId73" Type="http://schemas.openxmlformats.org/officeDocument/2006/relationships/tags" Target="../tags/tag338.xml"/><Relationship Id="rId72" Type="http://schemas.openxmlformats.org/officeDocument/2006/relationships/tags" Target="../tags/tag337.xml"/><Relationship Id="rId71" Type="http://schemas.openxmlformats.org/officeDocument/2006/relationships/tags" Target="../tags/tag336.xml"/><Relationship Id="rId70" Type="http://schemas.openxmlformats.org/officeDocument/2006/relationships/tags" Target="../tags/tag335.xml"/><Relationship Id="rId7" Type="http://schemas.openxmlformats.org/officeDocument/2006/relationships/tags" Target="../tags/tag272.xml"/><Relationship Id="rId69" Type="http://schemas.openxmlformats.org/officeDocument/2006/relationships/tags" Target="../tags/tag334.xml"/><Relationship Id="rId68" Type="http://schemas.openxmlformats.org/officeDocument/2006/relationships/tags" Target="../tags/tag333.xml"/><Relationship Id="rId67" Type="http://schemas.openxmlformats.org/officeDocument/2006/relationships/tags" Target="../tags/tag332.xml"/><Relationship Id="rId66" Type="http://schemas.openxmlformats.org/officeDocument/2006/relationships/tags" Target="../tags/tag331.xml"/><Relationship Id="rId65" Type="http://schemas.openxmlformats.org/officeDocument/2006/relationships/tags" Target="../tags/tag330.xml"/><Relationship Id="rId64" Type="http://schemas.openxmlformats.org/officeDocument/2006/relationships/tags" Target="../tags/tag329.xml"/><Relationship Id="rId63" Type="http://schemas.openxmlformats.org/officeDocument/2006/relationships/tags" Target="../tags/tag328.xml"/><Relationship Id="rId62" Type="http://schemas.openxmlformats.org/officeDocument/2006/relationships/tags" Target="../tags/tag327.xml"/><Relationship Id="rId61" Type="http://schemas.openxmlformats.org/officeDocument/2006/relationships/tags" Target="../tags/tag326.xml"/><Relationship Id="rId60" Type="http://schemas.openxmlformats.org/officeDocument/2006/relationships/tags" Target="../tags/tag325.xml"/><Relationship Id="rId6" Type="http://schemas.openxmlformats.org/officeDocument/2006/relationships/tags" Target="../tags/tag271.xml"/><Relationship Id="rId59" Type="http://schemas.openxmlformats.org/officeDocument/2006/relationships/tags" Target="../tags/tag324.xml"/><Relationship Id="rId58" Type="http://schemas.openxmlformats.org/officeDocument/2006/relationships/tags" Target="../tags/tag323.xml"/><Relationship Id="rId57" Type="http://schemas.openxmlformats.org/officeDocument/2006/relationships/tags" Target="../tags/tag322.xml"/><Relationship Id="rId56" Type="http://schemas.openxmlformats.org/officeDocument/2006/relationships/tags" Target="../tags/tag321.xml"/><Relationship Id="rId55" Type="http://schemas.openxmlformats.org/officeDocument/2006/relationships/tags" Target="../tags/tag320.xml"/><Relationship Id="rId54" Type="http://schemas.openxmlformats.org/officeDocument/2006/relationships/tags" Target="../tags/tag319.xml"/><Relationship Id="rId53" Type="http://schemas.openxmlformats.org/officeDocument/2006/relationships/tags" Target="../tags/tag318.xml"/><Relationship Id="rId52" Type="http://schemas.openxmlformats.org/officeDocument/2006/relationships/tags" Target="../tags/tag317.xml"/><Relationship Id="rId51" Type="http://schemas.openxmlformats.org/officeDocument/2006/relationships/tags" Target="../tags/tag316.xml"/><Relationship Id="rId50" Type="http://schemas.openxmlformats.org/officeDocument/2006/relationships/tags" Target="../tags/tag315.xml"/><Relationship Id="rId5" Type="http://schemas.openxmlformats.org/officeDocument/2006/relationships/tags" Target="../tags/tag270.xml"/><Relationship Id="rId49" Type="http://schemas.openxmlformats.org/officeDocument/2006/relationships/tags" Target="../tags/tag314.xml"/><Relationship Id="rId48" Type="http://schemas.openxmlformats.org/officeDocument/2006/relationships/tags" Target="../tags/tag313.xml"/><Relationship Id="rId47" Type="http://schemas.openxmlformats.org/officeDocument/2006/relationships/tags" Target="../tags/tag312.xml"/><Relationship Id="rId46" Type="http://schemas.openxmlformats.org/officeDocument/2006/relationships/tags" Target="../tags/tag311.xml"/><Relationship Id="rId45" Type="http://schemas.openxmlformats.org/officeDocument/2006/relationships/tags" Target="../tags/tag310.xml"/><Relationship Id="rId44" Type="http://schemas.openxmlformats.org/officeDocument/2006/relationships/tags" Target="../tags/tag309.xml"/><Relationship Id="rId43" Type="http://schemas.openxmlformats.org/officeDocument/2006/relationships/tags" Target="../tags/tag308.xml"/><Relationship Id="rId42" Type="http://schemas.openxmlformats.org/officeDocument/2006/relationships/tags" Target="../tags/tag307.xml"/><Relationship Id="rId41" Type="http://schemas.openxmlformats.org/officeDocument/2006/relationships/tags" Target="../tags/tag306.xml"/><Relationship Id="rId40" Type="http://schemas.openxmlformats.org/officeDocument/2006/relationships/tags" Target="../tags/tag305.xml"/><Relationship Id="rId4" Type="http://schemas.openxmlformats.org/officeDocument/2006/relationships/tags" Target="../tags/tag269.xml"/><Relationship Id="rId39" Type="http://schemas.openxmlformats.org/officeDocument/2006/relationships/tags" Target="../tags/tag304.xml"/><Relationship Id="rId38" Type="http://schemas.openxmlformats.org/officeDocument/2006/relationships/tags" Target="../tags/tag303.xml"/><Relationship Id="rId37" Type="http://schemas.openxmlformats.org/officeDocument/2006/relationships/tags" Target="../tags/tag302.xml"/><Relationship Id="rId36" Type="http://schemas.openxmlformats.org/officeDocument/2006/relationships/tags" Target="../tags/tag301.xml"/><Relationship Id="rId35" Type="http://schemas.openxmlformats.org/officeDocument/2006/relationships/tags" Target="../tags/tag300.xml"/><Relationship Id="rId34" Type="http://schemas.openxmlformats.org/officeDocument/2006/relationships/tags" Target="../tags/tag299.xml"/><Relationship Id="rId33" Type="http://schemas.openxmlformats.org/officeDocument/2006/relationships/tags" Target="../tags/tag298.xml"/><Relationship Id="rId32" Type="http://schemas.openxmlformats.org/officeDocument/2006/relationships/tags" Target="../tags/tag297.xml"/><Relationship Id="rId31" Type="http://schemas.openxmlformats.org/officeDocument/2006/relationships/tags" Target="../tags/tag296.xml"/><Relationship Id="rId30" Type="http://schemas.openxmlformats.org/officeDocument/2006/relationships/tags" Target="../tags/tag295.xml"/><Relationship Id="rId3" Type="http://schemas.openxmlformats.org/officeDocument/2006/relationships/tags" Target="../tags/tag268.xml"/><Relationship Id="rId29" Type="http://schemas.openxmlformats.org/officeDocument/2006/relationships/tags" Target="../tags/tag294.xml"/><Relationship Id="rId28" Type="http://schemas.openxmlformats.org/officeDocument/2006/relationships/tags" Target="../tags/tag293.xml"/><Relationship Id="rId27" Type="http://schemas.openxmlformats.org/officeDocument/2006/relationships/tags" Target="../tags/tag292.xml"/><Relationship Id="rId26" Type="http://schemas.openxmlformats.org/officeDocument/2006/relationships/tags" Target="../tags/tag291.xml"/><Relationship Id="rId25" Type="http://schemas.openxmlformats.org/officeDocument/2006/relationships/tags" Target="../tags/tag290.xml"/><Relationship Id="rId24" Type="http://schemas.openxmlformats.org/officeDocument/2006/relationships/tags" Target="../tags/tag289.xml"/><Relationship Id="rId23" Type="http://schemas.openxmlformats.org/officeDocument/2006/relationships/tags" Target="../tags/tag288.xml"/><Relationship Id="rId22" Type="http://schemas.openxmlformats.org/officeDocument/2006/relationships/tags" Target="../tags/tag287.xml"/><Relationship Id="rId21" Type="http://schemas.openxmlformats.org/officeDocument/2006/relationships/tags" Target="../tags/tag286.xml"/><Relationship Id="rId20" Type="http://schemas.openxmlformats.org/officeDocument/2006/relationships/tags" Target="../tags/tag285.xml"/><Relationship Id="rId2" Type="http://schemas.openxmlformats.org/officeDocument/2006/relationships/tags" Target="../tags/tag267.xml"/><Relationship Id="rId19" Type="http://schemas.openxmlformats.org/officeDocument/2006/relationships/tags" Target="../tags/tag284.xml"/><Relationship Id="rId18" Type="http://schemas.openxmlformats.org/officeDocument/2006/relationships/tags" Target="../tags/tag283.xml"/><Relationship Id="rId17" Type="http://schemas.openxmlformats.org/officeDocument/2006/relationships/tags" Target="../tags/tag282.xml"/><Relationship Id="rId16" Type="http://schemas.openxmlformats.org/officeDocument/2006/relationships/tags" Target="../tags/tag281.xml"/><Relationship Id="rId15" Type="http://schemas.openxmlformats.org/officeDocument/2006/relationships/tags" Target="../tags/tag280.xml"/><Relationship Id="rId14" Type="http://schemas.openxmlformats.org/officeDocument/2006/relationships/tags" Target="../tags/tag279.xml"/><Relationship Id="rId139" Type="http://schemas.openxmlformats.org/officeDocument/2006/relationships/slideLayout" Target="../slideLayouts/slideLayout18.xml"/><Relationship Id="rId138" Type="http://schemas.openxmlformats.org/officeDocument/2006/relationships/tags" Target="../tags/tag403.xml"/><Relationship Id="rId137" Type="http://schemas.openxmlformats.org/officeDocument/2006/relationships/tags" Target="../tags/tag402.xml"/><Relationship Id="rId136" Type="http://schemas.openxmlformats.org/officeDocument/2006/relationships/tags" Target="../tags/tag401.xml"/><Relationship Id="rId135" Type="http://schemas.openxmlformats.org/officeDocument/2006/relationships/tags" Target="../tags/tag400.xml"/><Relationship Id="rId134" Type="http://schemas.openxmlformats.org/officeDocument/2006/relationships/tags" Target="../tags/tag399.xml"/><Relationship Id="rId133" Type="http://schemas.openxmlformats.org/officeDocument/2006/relationships/tags" Target="../tags/tag398.xml"/><Relationship Id="rId132" Type="http://schemas.openxmlformats.org/officeDocument/2006/relationships/tags" Target="../tags/tag397.xml"/><Relationship Id="rId131" Type="http://schemas.openxmlformats.org/officeDocument/2006/relationships/tags" Target="../tags/tag396.xml"/><Relationship Id="rId130" Type="http://schemas.openxmlformats.org/officeDocument/2006/relationships/tags" Target="../tags/tag395.xml"/><Relationship Id="rId13" Type="http://schemas.openxmlformats.org/officeDocument/2006/relationships/tags" Target="../tags/tag278.xml"/><Relationship Id="rId129" Type="http://schemas.openxmlformats.org/officeDocument/2006/relationships/tags" Target="../tags/tag394.xml"/><Relationship Id="rId128" Type="http://schemas.openxmlformats.org/officeDocument/2006/relationships/tags" Target="../tags/tag393.xml"/><Relationship Id="rId127" Type="http://schemas.openxmlformats.org/officeDocument/2006/relationships/tags" Target="../tags/tag392.xml"/><Relationship Id="rId126" Type="http://schemas.openxmlformats.org/officeDocument/2006/relationships/tags" Target="../tags/tag391.xml"/><Relationship Id="rId125" Type="http://schemas.openxmlformats.org/officeDocument/2006/relationships/tags" Target="../tags/tag390.xml"/><Relationship Id="rId124" Type="http://schemas.openxmlformats.org/officeDocument/2006/relationships/tags" Target="../tags/tag389.xml"/><Relationship Id="rId123" Type="http://schemas.openxmlformats.org/officeDocument/2006/relationships/tags" Target="../tags/tag388.xml"/><Relationship Id="rId122" Type="http://schemas.openxmlformats.org/officeDocument/2006/relationships/tags" Target="../tags/tag387.xml"/><Relationship Id="rId121" Type="http://schemas.openxmlformats.org/officeDocument/2006/relationships/tags" Target="../tags/tag386.xml"/><Relationship Id="rId120" Type="http://schemas.openxmlformats.org/officeDocument/2006/relationships/tags" Target="../tags/tag385.xml"/><Relationship Id="rId12" Type="http://schemas.openxmlformats.org/officeDocument/2006/relationships/tags" Target="../tags/tag277.xml"/><Relationship Id="rId119" Type="http://schemas.openxmlformats.org/officeDocument/2006/relationships/tags" Target="../tags/tag384.xml"/><Relationship Id="rId118" Type="http://schemas.openxmlformats.org/officeDocument/2006/relationships/tags" Target="../tags/tag383.xml"/><Relationship Id="rId117" Type="http://schemas.openxmlformats.org/officeDocument/2006/relationships/tags" Target="../tags/tag382.xml"/><Relationship Id="rId116" Type="http://schemas.openxmlformats.org/officeDocument/2006/relationships/tags" Target="../tags/tag381.xml"/><Relationship Id="rId115" Type="http://schemas.openxmlformats.org/officeDocument/2006/relationships/tags" Target="../tags/tag380.xml"/><Relationship Id="rId114" Type="http://schemas.openxmlformats.org/officeDocument/2006/relationships/tags" Target="../tags/tag379.xml"/><Relationship Id="rId113" Type="http://schemas.openxmlformats.org/officeDocument/2006/relationships/tags" Target="../tags/tag378.xml"/><Relationship Id="rId112" Type="http://schemas.openxmlformats.org/officeDocument/2006/relationships/tags" Target="../tags/tag377.xml"/><Relationship Id="rId111" Type="http://schemas.openxmlformats.org/officeDocument/2006/relationships/tags" Target="../tags/tag376.xml"/><Relationship Id="rId110" Type="http://schemas.openxmlformats.org/officeDocument/2006/relationships/tags" Target="../tags/tag375.xml"/><Relationship Id="rId11" Type="http://schemas.openxmlformats.org/officeDocument/2006/relationships/tags" Target="../tags/tag276.xml"/><Relationship Id="rId109" Type="http://schemas.openxmlformats.org/officeDocument/2006/relationships/tags" Target="../tags/tag374.xml"/><Relationship Id="rId108" Type="http://schemas.openxmlformats.org/officeDocument/2006/relationships/tags" Target="../tags/tag373.xml"/><Relationship Id="rId107" Type="http://schemas.openxmlformats.org/officeDocument/2006/relationships/tags" Target="../tags/tag372.xml"/><Relationship Id="rId106" Type="http://schemas.openxmlformats.org/officeDocument/2006/relationships/tags" Target="../tags/tag371.xml"/><Relationship Id="rId105" Type="http://schemas.openxmlformats.org/officeDocument/2006/relationships/tags" Target="../tags/tag370.xml"/><Relationship Id="rId104" Type="http://schemas.openxmlformats.org/officeDocument/2006/relationships/tags" Target="../tags/tag369.xml"/><Relationship Id="rId103" Type="http://schemas.openxmlformats.org/officeDocument/2006/relationships/tags" Target="../tags/tag368.xml"/><Relationship Id="rId102" Type="http://schemas.openxmlformats.org/officeDocument/2006/relationships/tags" Target="../tags/tag367.xml"/><Relationship Id="rId101" Type="http://schemas.openxmlformats.org/officeDocument/2006/relationships/tags" Target="../tags/tag366.xml"/><Relationship Id="rId100" Type="http://schemas.openxmlformats.org/officeDocument/2006/relationships/tags" Target="../tags/tag365.xml"/><Relationship Id="rId10" Type="http://schemas.openxmlformats.org/officeDocument/2006/relationships/tags" Target="../tags/tag275.xml"/><Relationship Id="rId1" Type="http://schemas.openxmlformats.org/officeDocument/2006/relationships/tags" Target="../tags/tag26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12.xml"/><Relationship Id="rId8" Type="http://schemas.openxmlformats.org/officeDocument/2006/relationships/tags" Target="../tags/tag411.xml"/><Relationship Id="rId7" Type="http://schemas.openxmlformats.org/officeDocument/2006/relationships/tags" Target="../tags/tag410.xml"/><Relationship Id="rId61" Type="http://schemas.openxmlformats.org/officeDocument/2006/relationships/slideLayout" Target="../slideLayouts/slideLayout18.xml"/><Relationship Id="rId60" Type="http://schemas.openxmlformats.org/officeDocument/2006/relationships/tags" Target="../tags/tag463.xml"/><Relationship Id="rId6" Type="http://schemas.openxmlformats.org/officeDocument/2006/relationships/tags" Target="../tags/tag409.xml"/><Relationship Id="rId59" Type="http://schemas.openxmlformats.org/officeDocument/2006/relationships/tags" Target="../tags/tag462.xml"/><Relationship Id="rId58" Type="http://schemas.openxmlformats.org/officeDocument/2006/relationships/tags" Target="../tags/tag461.xml"/><Relationship Id="rId57" Type="http://schemas.openxmlformats.org/officeDocument/2006/relationships/tags" Target="../tags/tag460.xml"/><Relationship Id="rId56" Type="http://schemas.openxmlformats.org/officeDocument/2006/relationships/tags" Target="../tags/tag459.xml"/><Relationship Id="rId55" Type="http://schemas.openxmlformats.org/officeDocument/2006/relationships/tags" Target="../tags/tag458.xml"/><Relationship Id="rId54" Type="http://schemas.openxmlformats.org/officeDocument/2006/relationships/tags" Target="../tags/tag457.xml"/><Relationship Id="rId53" Type="http://schemas.openxmlformats.org/officeDocument/2006/relationships/tags" Target="../tags/tag456.xml"/><Relationship Id="rId52" Type="http://schemas.openxmlformats.org/officeDocument/2006/relationships/tags" Target="../tags/tag455.xml"/><Relationship Id="rId51" Type="http://schemas.openxmlformats.org/officeDocument/2006/relationships/tags" Target="../tags/tag454.xml"/><Relationship Id="rId50" Type="http://schemas.openxmlformats.org/officeDocument/2006/relationships/tags" Target="../tags/tag453.xml"/><Relationship Id="rId5" Type="http://schemas.openxmlformats.org/officeDocument/2006/relationships/tags" Target="../tags/tag408.xml"/><Relationship Id="rId49" Type="http://schemas.openxmlformats.org/officeDocument/2006/relationships/tags" Target="../tags/tag452.xml"/><Relationship Id="rId48" Type="http://schemas.openxmlformats.org/officeDocument/2006/relationships/tags" Target="../tags/tag451.xml"/><Relationship Id="rId47" Type="http://schemas.openxmlformats.org/officeDocument/2006/relationships/tags" Target="../tags/tag450.xml"/><Relationship Id="rId46" Type="http://schemas.openxmlformats.org/officeDocument/2006/relationships/tags" Target="../tags/tag449.xml"/><Relationship Id="rId45" Type="http://schemas.openxmlformats.org/officeDocument/2006/relationships/tags" Target="../tags/tag448.xml"/><Relationship Id="rId44" Type="http://schemas.openxmlformats.org/officeDocument/2006/relationships/tags" Target="../tags/tag447.xml"/><Relationship Id="rId43" Type="http://schemas.openxmlformats.org/officeDocument/2006/relationships/tags" Target="../tags/tag446.xml"/><Relationship Id="rId42" Type="http://schemas.openxmlformats.org/officeDocument/2006/relationships/tags" Target="../tags/tag445.xml"/><Relationship Id="rId41" Type="http://schemas.openxmlformats.org/officeDocument/2006/relationships/tags" Target="../tags/tag444.xml"/><Relationship Id="rId40" Type="http://schemas.openxmlformats.org/officeDocument/2006/relationships/tags" Target="../tags/tag443.xml"/><Relationship Id="rId4" Type="http://schemas.openxmlformats.org/officeDocument/2006/relationships/tags" Target="../tags/tag407.xml"/><Relationship Id="rId39" Type="http://schemas.openxmlformats.org/officeDocument/2006/relationships/tags" Target="../tags/tag442.xml"/><Relationship Id="rId38" Type="http://schemas.openxmlformats.org/officeDocument/2006/relationships/tags" Target="../tags/tag441.xml"/><Relationship Id="rId37" Type="http://schemas.openxmlformats.org/officeDocument/2006/relationships/tags" Target="../tags/tag440.xml"/><Relationship Id="rId36" Type="http://schemas.openxmlformats.org/officeDocument/2006/relationships/tags" Target="../tags/tag439.xml"/><Relationship Id="rId35" Type="http://schemas.openxmlformats.org/officeDocument/2006/relationships/tags" Target="../tags/tag438.xml"/><Relationship Id="rId34" Type="http://schemas.openxmlformats.org/officeDocument/2006/relationships/tags" Target="../tags/tag437.xml"/><Relationship Id="rId33" Type="http://schemas.openxmlformats.org/officeDocument/2006/relationships/tags" Target="../tags/tag436.xml"/><Relationship Id="rId32" Type="http://schemas.openxmlformats.org/officeDocument/2006/relationships/tags" Target="../tags/tag435.xml"/><Relationship Id="rId31" Type="http://schemas.openxmlformats.org/officeDocument/2006/relationships/tags" Target="../tags/tag434.xml"/><Relationship Id="rId30" Type="http://schemas.openxmlformats.org/officeDocument/2006/relationships/tags" Target="../tags/tag433.xml"/><Relationship Id="rId3" Type="http://schemas.openxmlformats.org/officeDocument/2006/relationships/tags" Target="../tags/tag406.xml"/><Relationship Id="rId29" Type="http://schemas.openxmlformats.org/officeDocument/2006/relationships/tags" Target="../tags/tag432.xml"/><Relationship Id="rId28" Type="http://schemas.openxmlformats.org/officeDocument/2006/relationships/tags" Target="../tags/tag431.xml"/><Relationship Id="rId27" Type="http://schemas.openxmlformats.org/officeDocument/2006/relationships/tags" Target="../tags/tag430.xml"/><Relationship Id="rId26" Type="http://schemas.openxmlformats.org/officeDocument/2006/relationships/tags" Target="../tags/tag429.xml"/><Relationship Id="rId25" Type="http://schemas.openxmlformats.org/officeDocument/2006/relationships/tags" Target="../tags/tag428.xml"/><Relationship Id="rId24" Type="http://schemas.openxmlformats.org/officeDocument/2006/relationships/tags" Target="../tags/tag427.xml"/><Relationship Id="rId23" Type="http://schemas.openxmlformats.org/officeDocument/2006/relationships/tags" Target="../tags/tag426.xml"/><Relationship Id="rId22" Type="http://schemas.openxmlformats.org/officeDocument/2006/relationships/tags" Target="../tags/tag425.xml"/><Relationship Id="rId21" Type="http://schemas.openxmlformats.org/officeDocument/2006/relationships/tags" Target="../tags/tag424.xml"/><Relationship Id="rId20" Type="http://schemas.openxmlformats.org/officeDocument/2006/relationships/tags" Target="../tags/tag423.xml"/><Relationship Id="rId2" Type="http://schemas.openxmlformats.org/officeDocument/2006/relationships/tags" Target="../tags/tag405.xml"/><Relationship Id="rId19" Type="http://schemas.openxmlformats.org/officeDocument/2006/relationships/tags" Target="../tags/tag422.xml"/><Relationship Id="rId18" Type="http://schemas.openxmlformats.org/officeDocument/2006/relationships/tags" Target="../tags/tag421.xml"/><Relationship Id="rId17" Type="http://schemas.openxmlformats.org/officeDocument/2006/relationships/tags" Target="../tags/tag420.xml"/><Relationship Id="rId16" Type="http://schemas.openxmlformats.org/officeDocument/2006/relationships/tags" Target="../tags/tag419.xml"/><Relationship Id="rId15" Type="http://schemas.openxmlformats.org/officeDocument/2006/relationships/tags" Target="../tags/tag418.xml"/><Relationship Id="rId14" Type="http://schemas.openxmlformats.org/officeDocument/2006/relationships/tags" Target="../tags/tag417.xml"/><Relationship Id="rId13" Type="http://schemas.openxmlformats.org/officeDocument/2006/relationships/tags" Target="../tags/tag416.xml"/><Relationship Id="rId12" Type="http://schemas.openxmlformats.org/officeDocument/2006/relationships/tags" Target="../tags/tag415.xml"/><Relationship Id="rId11" Type="http://schemas.openxmlformats.org/officeDocument/2006/relationships/tags" Target="../tags/tag414.xml"/><Relationship Id="rId10" Type="http://schemas.openxmlformats.org/officeDocument/2006/relationships/tags" Target="../tags/tag413.xml"/><Relationship Id="rId1" Type="http://schemas.openxmlformats.org/officeDocument/2006/relationships/tags" Target="../tags/tag40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3.xml"/><Relationship Id="rId4" Type="http://schemas.openxmlformats.org/officeDocument/2006/relationships/tags" Target="../tags/tag466.xml"/><Relationship Id="rId3" Type="http://schemas.openxmlformats.org/officeDocument/2006/relationships/image" Target="../media/image1.png"/><Relationship Id="rId2" Type="http://schemas.openxmlformats.org/officeDocument/2006/relationships/tags" Target="../tags/tag465.xml"/><Relationship Id="rId1" Type="http://schemas.openxmlformats.org/officeDocument/2006/relationships/tags" Target="../tags/tag46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3.xml"/><Relationship Id="rId4" Type="http://schemas.openxmlformats.org/officeDocument/2006/relationships/tags" Target="../tags/tag469.xml"/><Relationship Id="rId3" Type="http://schemas.openxmlformats.org/officeDocument/2006/relationships/image" Target="../media/image2.png"/><Relationship Id="rId2" Type="http://schemas.openxmlformats.org/officeDocument/2006/relationships/tags" Target="../tags/tag468.xml"/><Relationship Id="rId1" Type="http://schemas.openxmlformats.org/officeDocument/2006/relationships/tags" Target="../tags/tag46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77.xml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tags" Target="../tags/tag474.xml"/><Relationship Id="rId5" Type="http://schemas.openxmlformats.org/officeDocument/2006/relationships/image" Target="../media/image3.png"/><Relationship Id="rId4" Type="http://schemas.openxmlformats.org/officeDocument/2006/relationships/tags" Target="../tags/tag473.xml"/><Relationship Id="rId3" Type="http://schemas.openxmlformats.org/officeDocument/2006/relationships/tags" Target="../tags/tag472.xml"/><Relationship Id="rId25" Type="http://schemas.openxmlformats.org/officeDocument/2006/relationships/slideLayout" Target="../slideLayouts/slideLayout18.xml"/><Relationship Id="rId24" Type="http://schemas.openxmlformats.org/officeDocument/2006/relationships/tags" Target="../tags/tag489.xml"/><Relationship Id="rId23" Type="http://schemas.openxmlformats.org/officeDocument/2006/relationships/tags" Target="../tags/tag488.xml"/><Relationship Id="rId22" Type="http://schemas.openxmlformats.org/officeDocument/2006/relationships/tags" Target="../tags/tag487.xml"/><Relationship Id="rId21" Type="http://schemas.openxmlformats.org/officeDocument/2006/relationships/image" Target="../media/image6.png"/><Relationship Id="rId20" Type="http://schemas.openxmlformats.org/officeDocument/2006/relationships/tags" Target="../tags/tag486.xml"/><Relationship Id="rId2" Type="http://schemas.openxmlformats.org/officeDocument/2006/relationships/tags" Target="../tags/tag471.xml"/><Relationship Id="rId19" Type="http://schemas.openxmlformats.org/officeDocument/2006/relationships/tags" Target="../tags/tag485.xml"/><Relationship Id="rId18" Type="http://schemas.openxmlformats.org/officeDocument/2006/relationships/tags" Target="../tags/tag484.xml"/><Relationship Id="rId17" Type="http://schemas.openxmlformats.org/officeDocument/2006/relationships/image" Target="../media/image5.png"/><Relationship Id="rId16" Type="http://schemas.openxmlformats.org/officeDocument/2006/relationships/tags" Target="../tags/tag483.xml"/><Relationship Id="rId15" Type="http://schemas.openxmlformats.org/officeDocument/2006/relationships/tags" Target="../tags/tag482.xml"/><Relationship Id="rId14" Type="http://schemas.openxmlformats.org/officeDocument/2006/relationships/image" Target="../media/image4.png"/><Relationship Id="rId13" Type="http://schemas.openxmlformats.org/officeDocument/2006/relationships/tags" Target="../tags/tag481.xml"/><Relationship Id="rId12" Type="http://schemas.openxmlformats.org/officeDocument/2006/relationships/tags" Target="../tags/tag480.xml"/><Relationship Id="rId11" Type="http://schemas.openxmlformats.org/officeDocument/2006/relationships/tags" Target="../tags/tag479.xml"/><Relationship Id="rId10" Type="http://schemas.openxmlformats.org/officeDocument/2006/relationships/tags" Target="../tags/tag478.xml"/><Relationship Id="rId1" Type="http://schemas.openxmlformats.org/officeDocument/2006/relationships/tags" Target="../tags/tag47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96.xml"/><Relationship Id="rId7" Type="http://schemas.openxmlformats.org/officeDocument/2006/relationships/tags" Target="../tags/tag495.xml"/><Relationship Id="rId6" Type="http://schemas.openxmlformats.org/officeDocument/2006/relationships/tags" Target="../tags/tag494.xml"/><Relationship Id="rId5" Type="http://schemas.openxmlformats.org/officeDocument/2006/relationships/tags" Target="../tags/tag493.xml"/><Relationship Id="rId4" Type="http://schemas.openxmlformats.org/officeDocument/2006/relationships/image" Target="../media/image7.jpeg"/><Relationship Id="rId3" Type="http://schemas.openxmlformats.org/officeDocument/2006/relationships/tags" Target="../tags/tag492.xml"/><Relationship Id="rId2" Type="http://schemas.openxmlformats.org/officeDocument/2006/relationships/tags" Target="../tags/tag491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503.xml"/><Relationship Id="rId15" Type="http://schemas.openxmlformats.org/officeDocument/2006/relationships/tags" Target="../tags/tag502.xml"/><Relationship Id="rId14" Type="http://schemas.openxmlformats.org/officeDocument/2006/relationships/tags" Target="../tags/tag501.xml"/><Relationship Id="rId13" Type="http://schemas.openxmlformats.org/officeDocument/2006/relationships/tags" Target="../tags/tag500.xml"/><Relationship Id="rId12" Type="http://schemas.openxmlformats.org/officeDocument/2006/relationships/tags" Target="../tags/tag499.xml"/><Relationship Id="rId11" Type="http://schemas.openxmlformats.org/officeDocument/2006/relationships/tags" Target="../tags/tag498.xml"/><Relationship Id="rId10" Type="http://schemas.openxmlformats.org/officeDocument/2006/relationships/tags" Target="../tags/tag497.xml"/><Relationship Id="rId1" Type="http://schemas.openxmlformats.org/officeDocument/2006/relationships/tags" Target="../tags/tag49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508.xml"/><Relationship Id="rId5" Type="http://schemas.openxmlformats.org/officeDocument/2006/relationships/image" Target="../media/image8.png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" Type="http://schemas.openxmlformats.org/officeDocument/2006/relationships/tags" Target="../tags/tag504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5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tags" Target="../tags/tag511.xml"/><Relationship Id="rId2" Type="http://schemas.openxmlformats.org/officeDocument/2006/relationships/tags" Target="../tags/tag510.xml"/><Relationship Id="rId1" Type="http://schemas.openxmlformats.org/officeDocument/2006/relationships/tags" Target="../tags/tag50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517.xml"/><Relationship Id="rId5" Type="http://schemas.openxmlformats.org/officeDocument/2006/relationships/image" Target="../media/image11.png"/><Relationship Id="rId4" Type="http://schemas.openxmlformats.org/officeDocument/2006/relationships/tags" Target="../tags/tag516.xml"/><Relationship Id="rId3" Type="http://schemas.openxmlformats.org/officeDocument/2006/relationships/tags" Target="../tags/tag515.xml"/><Relationship Id="rId2" Type="http://schemas.openxmlformats.org/officeDocument/2006/relationships/tags" Target="../tags/tag514.xml"/><Relationship Id="rId1" Type="http://schemas.openxmlformats.org/officeDocument/2006/relationships/tags" Target="../tags/tag51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26.xml"/><Relationship Id="rId8" Type="http://schemas.openxmlformats.org/officeDocument/2006/relationships/tags" Target="../tags/tag525.xml"/><Relationship Id="rId7" Type="http://schemas.openxmlformats.org/officeDocument/2006/relationships/tags" Target="../tags/tag524.xml"/><Relationship Id="rId6" Type="http://schemas.openxmlformats.org/officeDocument/2006/relationships/tags" Target="../tags/tag523.xml"/><Relationship Id="rId5" Type="http://schemas.openxmlformats.org/officeDocument/2006/relationships/tags" Target="../tags/tag522.xml"/><Relationship Id="rId4" Type="http://schemas.openxmlformats.org/officeDocument/2006/relationships/tags" Target="../tags/tag521.xml"/><Relationship Id="rId3" Type="http://schemas.openxmlformats.org/officeDocument/2006/relationships/tags" Target="../tags/tag520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539.xml"/><Relationship Id="rId25" Type="http://schemas.openxmlformats.org/officeDocument/2006/relationships/tags" Target="../tags/tag538.xml"/><Relationship Id="rId24" Type="http://schemas.openxmlformats.org/officeDocument/2006/relationships/tags" Target="../tags/tag537.xml"/><Relationship Id="rId23" Type="http://schemas.openxmlformats.org/officeDocument/2006/relationships/tags" Target="../tags/tag536.xml"/><Relationship Id="rId22" Type="http://schemas.openxmlformats.org/officeDocument/2006/relationships/tags" Target="../tags/tag535.xml"/><Relationship Id="rId21" Type="http://schemas.openxmlformats.org/officeDocument/2006/relationships/image" Target="../media/image6.png"/><Relationship Id="rId20" Type="http://schemas.openxmlformats.org/officeDocument/2006/relationships/tags" Target="../tags/tag534.xml"/><Relationship Id="rId2" Type="http://schemas.openxmlformats.org/officeDocument/2006/relationships/tags" Target="../tags/tag519.xml"/><Relationship Id="rId19" Type="http://schemas.openxmlformats.org/officeDocument/2006/relationships/tags" Target="../tags/tag533.xml"/><Relationship Id="rId18" Type="http://schemas.openxmlformats.org/officeDocument/2006/relationships/image" Target="../media/image4.png"/><Relationship Id="rId17" Type="http://schemas.openxmlformats.org/officeDocument/2006/relationships/tags" Target="../tags/tag532.xml"/><Relationship Id="rId16" Type="http://schemas.openxmlformats.org/officeDocument/2006/relationships/tags" Target="../tags/tag531.xml"/><Relationship Id="rId15" Type="http://schemas.openxmlformats.org/officeDocument/2006/relationships/tags" Target="../tags/tag530.xml"/><Relationship Id="rId14" Type="http://schemas.openxmlformats.org/officeDocument/2006/relationships/image" Target="../media/image12.png"/><Relationship Id="rId13" Type="http://schemas.openxmlformats.org/officeDocument/2006/relationships/tags" Target="../tags/tag529.xml"/><Relationship Id="rId12" Type="http://schemas.openxmlformats.org/officeDocument/2006/relationships/tags" Target="../tags/tag528.xml"/><Relationship Id="rId11" Type="http://schemas.openxmlformats.org/officeDocument/2006/relationships/image" Target="../media/image3.png"/><Relationship Id="rId10" Type="http://schemas.openxmlformats.org/officeDocument/2006/relationships/tags" Target="../tags/tag527.xml"/><Relationship Id="rId1" Type="http://schemas.openxmlformats.org/officeDocument/2006/relationships/tags" Target="../tags/tag518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543.xml"/><Relationship Id="rId4" Type="http://schemas.openxmlformats.org/officeDocument/2006/relationships/image" Target="../media/image13.png"/><Relationship Id="rId3" Type="http://schemas.openxmlformats.org/officeDocument/2006/relationships/tags" Target="../tags/tag542.xml"/><Relationship Id="rId2" Type="http://schemas.openxmlformats.org/officeDocument/2006/relationships/tags" Target="../tags/tag541.xml"/><Relationship Id="rId1" Type="http://schemas.openxmlformats.org/officeDocument/2006/relationships/tags" Target="../tags/tag54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549.xml"/><Relationship Id="rId7" Type="http://schemas.openxmlformats.org/officeDocument/2006/relationships/image" Target="../media/image15.png"/><Relationship Id="rId6" Type="http://schemas.openxmlformats.org/officeDocument/2006/relationships/tags" Target="../tags/tag548.xml"/><Relationship Id="rId5" Type="http://schemas.openxmlformats.org/officeDocument/2006/relationships/image" Target="../media/image14.png"/><Relationship Id="rId4" Type="http://schemas.openxmlformats.org/officeDocument/2006/relationships/tags" Target="../tags/tag547.xml"/><Relationship Id="rId3" Type="http://schemas.openxmlformats.org/officeDocument/2006/relationships/tags" Target="../tags/tag546.xml"/><Relationship Id="rId2" Type="http://schemas.openxmlformats.org/officeDocument/2006/relationships/tags" Target="../tags/tag545.xml"/><Relationship Id="rId1" Type="http://schemas.openxmlformats.org/officeDocument/2006/relationships/tags" Target="../tags/tag544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554.xml"/><Relationship Id="rId4" Type="http://schemas.openxmlformats.org/officeDocument/2006/relationships/tags" Target="../tags/tag553.xml"/><Relationship Id="rId3" Type="http://schemas.openxmlformats.org/officeDocument/2006/relationships/tags" Target="../tags/tag552.xml"/><Relationship Id="rId2" Type="http://schemas.openxmlformats.org/officeDocument/2006/relationships/tags" Target="../tags/tag551.xml"/><Relationship Id="rId1" Type="http://schemas.openxmlformats.org/officeDocument/2006/relationships/tags" Target="../tags/tag55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556.xml"/><Relationship Id="rId1" Type="http://schemas.openxmlformats.org/officeDocument/2006/relationships/tags" Target="../tags/tag5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>
                <a:solidFill>
                  <a:schemeClr val="lt1"/>
                </a:solidFill>
              </a:rPr>
              <a:t>Two-stage Dataset Compression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altLang="zh-CN">
                <a:solidFill>
                  <a:schemeClr val="lt1">
                    <a:lumMod val="85000"/>
                  </a:schemeClr>
                </a:solidFill>
              </a:rPr>
              <a:t>Work on 3D Point Cloud</a:t>
            </a:r>
            <a:endParaRPr lang="en-US" altLang="zh-CN">
              <a:solidFill>
                <a:schemeClr val="lt1">
                  <a:lumMod val="8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883920" y="5050155"/>
            <a:ext cx="6842125" cy="579755"/>
          </a:xfrm>
        </p:spPr>
        <p:txBody>
          <a:bodyPr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altLang="zh-CN" sz="1600" dirty="0">
                <a:solidFill>
                  <a:schemeClr val="lt1"/>
                </a:solidFill>
                <a:sym typeface="Arial" panose="020B0604020202020204" pitchFamily="34" charset="0"/>
              </a:rPr>
              <a:t>Shengyao Chen, Yonglin Liu, Yuxuan Zhang, Qihao Luo</a:t>
            </a:r>
            <a:endParaRPr lang="en-US" altLang="zh-CN" sz="1600" dirty="0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Labor Arrangement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Shengyao Chen</a:t>
            </a:r>
            <a:r>
              <a:rPr kumimoji="1"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：</a:t>
            </a:r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Main Codework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Yuxuan Zhang</a:t>
            </a:r>
            <a:r>
              <a:rPr kumimoji="1"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：</a:t>
            </a:r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Idea &amp; Main Paperwork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Yonglin Liu</a:t>
            </a:r>
            <a:r>
              <a:rPr kumimoji="1"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：</a:t>
            </a:r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Sub-Codework &amp; Pre &amp; PPT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Qihao Luo</a:t>
            </a:r>
            <a:r>
              <a:rPr kumimoji="1"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：</a:t>
            </a:r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Idea &amp; Sub-Paperwork 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863600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072515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489075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1906270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280795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697990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863600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1072515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1489075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1906270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1280795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>
            <p:custDataLst>
              <p:tags r:id="rId14"/>
            </p:custDataLst>
          </p:nvPr>
        </p:nvSpPr>
        <p:spPr>
          <a:xfrm>
            <a:off x="1697990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15"/>
            </p:custDataLst>
          </p:nvPr>
        </p:nvSpPr>
        <p:spPr>
          <a:xfrm>
            <a:off x="863600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>
            <p:custDataLst>
              <p:tags r:id="rId16"/>
            </p:custDataLst>
          </p:nvPr>
        </p:nvSpPr>
        <p:spPr>
          <a:xfrm>
            <a:off x="1072515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17"/>
            </p:custDataLst>
          </p:nvPr>
        </p:nvSpPr>
        <p:spPr>
          <a:xfrm>
            <a:off x="1489075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1906270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" name="矩形 29"/>
          <p:cNvSpPr/>
          <p:nvPr>
            <p:custDataLst>
              <p:tags r:id="rId19"/>
            </p:custDataLst>
          </p:nvPr>
        </p:nvSpPr>
        <p:spPr>
          <a:xfrm>
            <a:off x="1280795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20"/>
            </p:custDataLst>
          </p:nvPr>
        </p:nvSpPr>
        <p:spPr>
          <a:xfrm>
            <a:off x="1697990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3" name="矩形 32"/>
          <p:cNvSpPr/>
          <p:nvPr>
            <p:custDataLst>
              <p:tags r:id="rId21"/>
            </p:custDataLst>
          </p:nvPr>
        </p:nvSpPr>
        <p:spPr>
          <a:xfrm>
            <a:off x="863600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22"/>
            </p:custDataLst>
          </p:nvPr>
        </p:nvSpPr>
        <p:spPr>
          <a:xfrm>
            <a:off x="1072515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23"/>
            </p:custDataLst>
          </p:nvPr>
        </p:nvSpPr>
        <p:spPr>
          <a:xfrm>
            <a:off x="1489075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>
            <p:custDataLst>
              <p:tags r:id="rId24"/>
            </p:custDataLst>
          </p:nvPr>
        </p:nvSpPr>
        <p:spPr>
          <a:xfrm>
            <a:off x="1906270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5"/>
            </p:custDataLst>
          </p:nvPr>
        </p:nvSpPr>
        <p:spPr>
          <a:xfrm>
            <a:off x="1280795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26"/>
            </p:custDataLst>
          </p:nvPr>
        </p:nvSpPr>
        <p:spPr>
          <a:xfrm>
            <a:off x="1697990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>
            <p:custDataLst>
              <p:tags r:id="rId27"/>
            </p:custDataLst>
          </p:nvPr>
        </p:nvSpPr>
        <p:spPr>
          <a:xfrm>
            <a:off x="863600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>
            <p:custDataLst>
              <p:tags r:id="rId28"/>
            </p:custDataLst>
          </p:nvPr>
        </p:nvSpPr>
        <p:spPr>
          <a:xfrm>
            <a:off x="1072515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>
            <p:custDataLst>
              <p:tags r:id="rId29"/>
            </p:custDataLst>
          </p:nvPr>
        </p:nvSpPr>
        <p:spPr>
          <a:xfrm>
            <a:off x="1489075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3" name="矩形 42"/>
          <p:cNvSpPr/>
          <p:nvPr>
            <p:custDataLst>
              <p:tags r:id="rId30"/>
            </p:custDataLst>
          </p:nvPr>
        </p:nvSpPr>
        <p:spPr>
          <a:xfrm>
            <a:off x="1906270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4" name="矩形 43"/>
          <p:cNvSpPr/>
          <p:nvPr>
            <p:custDataLst>
              <p:tags r:id="rId31"/>
            </p:custDataLst>
          </p:nvPr>
        </p:nvSpPr>
        <p:spPr>
          <a:xfrm>
            <a:off x="1280795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5" name="矩形 44"/>
          <p:cNvSpPr/>
          <p:nvPr>
            <p:custDataLst>
              <p:tags r:id="rId32"/>
            </p:custDataLst>
          </p:nvPr>
        </p:nvSpPr>
        <p:spPr>
          <a:xfrm>
            <a:off x="1697990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6" name="箭头: 下 217"/>
          <p:cNvSpPr/>
          <p:nvPr>
            <p:custDataLst>
              <p:tags r:id="rId33"/>
            </p:custDataLst>
          </p:nvPr>
        </p:nvSpPr>
        <p:spPr>
          <a:xfrm rot="16200000">
            <a:off x="2574166" y="4339971"/>
            <a:ext cx="438775" cy="1171028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34"/>
            </p:custDataLst>
          </p:nvPr>
        </p:nvSpPr>
        <p:spPr>
          <a:xfrm>
            <a:off x="2338577" y="4986560"/>
            <a:ext cx="117102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Distill</a:t>
            </a:r>
            <a:endParaRPr lang="en-US" altLang="zh-CN" sz="24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9" name="矩形 48"/>
          <p:cNvSpPr/>
          <p:nvPr>
            <p:custDataLst>
              <p:tags r:id="rId35"/>
            </p:custDataLst>
          </p:nvPr>
        </p:nvSpPr>
        <p:spPr>
          <a:xfrm>
            <a:off x="86804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0" name="矩形 49"/>
          <p:cNvSpPr/>
          <p:nvPr>
            <p:custDataLst>
              <p:tags r:id="rId36"/>
            </p:custDataLst>
          </p:nvPr>
        </p:nvSpPr>
        <p:spPr>
          <a:xfrm>
            <a:off x="107632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1" name="矩形 50"/>
          <p:cNvSpPr/>
          <p:nvPr>
            <p:custDataLst>
              <p:tags r:id="rId37"/>
            </p:custDataLst>
          </p:nvPr>
        </p:nvSpPr>
        <p:spPr>
          <a:xfrm>
            <a:off x="1493520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2" name="矩形 51"/>
          <p:cNvSpPr/>
          <p:nvPr>
            <p:custDataLst>
              <p:tags r:id="rId38"/>
            </p:custDataLst>
          </p:nvPr>
        </p:nvSpPr>
        <p:spPr>
          <a:xfrm>
            <a:off x="191071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3" name="矩形 52"/>
          <p:cNvSpPr/>
          <p:nvPr>
            <p:custDataLst>
              <p:tags r:id="rId39"/>
            </p:custDataLst>
          </p:nvPr>
        </p:nvSpPr>
        <p:spPr>
          <a:xfrm>
            <a:off x="1285240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4" name="矩形 53"/>
          <p:cNvSpPr/>
          <p:nvPr>
            <p:custDataLst>
              <p:tags r:id="rId40"/>
            </p:custDataLst>
          </p:nvPr>
        </p:nvSpPr>
        <p:spPr>
          <a:xfrm>
            <a:off x="170243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6" name="矩形 65"/>
          <p:cNvSpPr/>
          <p:nvPr>
            <p:custDataLst>
              <p:tags r:id="rId41"/>
            </p:custDataLst>
          </p:nvPr>
        </p:nvSpPr>
        <p:spPr>
          <a:xfrm rot="5400000">
            <a:off x="3681095" y="4366260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5" name="矩形 84"/>
          <p:cNvSpPr/>
          <p:nvPr>
            <p:custDataLst>
              <p:tags r:id="rId42"/>
            </p:custDataLst>
          </p:nvPr>
        </p:nvSpPr>
        <p:spPr>
          <a:xfrm rot="5400000">
            <a:off x="3681095" y="448500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6" name="矩形 85"/>
          <p:cNvSpPr/>
          <p:nvPr>
            <p:custDataLst>
              <p:tags r:id="rId43"/>
            </p:custDataLst>
          </p:nvPr>
        </p:nvSpPr>
        <p:spPr>
          <a:xfrm rot="5400000">
            <a:off x="3681095" y="4721860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7" name="矩形 86"/>
          <p:cNvSpPr/>
          <p:nvPr>
            <p:custDataLst>
              <p:tags r:id="rId44"/>
            </p:custDataLst>
          </p:nvPr>
        </p:nvSpPr>
        <p:spPr>
          <a:xfrm rot="5400000">
            <a:off x="3681095" y="495871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8" name="矩形 87"/>
          <p:cNvSpPr/>
          <p:nvPr>
            <p:custDataLst>
              <p:tags r:id="rId45"/>
            </p:custDataLst>
          </p:nvPr>
        </p:nvSpPr>
        <p:spPr>
          <a:xfrm rot="5400000">
            <a:off x="3681095" y="460311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9" name="矩形 88"/>
          <p:cNvSpPr/>
          <p:nvPr>
            <p:custDataLst>
              <p:tags r:id="rId46"/>
            </p:custDataLst>
          </p:nvPr>
        </p:nvSpPr>
        <p:spPr>
          <a:xfrm rot="5400000">
            <a:off x="3681095" y="484060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4" name="文本框 103"/>
          <p:cNvSpPr txBox="1"/>
          <p:nvPr>
            <p:custDataLst>
              <p:tags r:id="rId47"/>
            </p:custDataLst>
          </p:nvPr>
        </p:nvSpPr>
        <p:spPr>
          <a:xfrm>
            <a:off x="1205197" y="5427905"/>
            <a:ext cx="69342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5" name="文本框 104"/>
          <p:cNvSpPr txBox="1"/>
          <p:nvPr>
            <p:custDataLst>
              <p:tags r:id="rId48"/>
            </p:custDataLst>
          </p:nvPr>
        </p:nvSpPr>
        <p:spPr>
          <a:xfrm>
            <a:off x="3274169" y="5427905"/>
            <a:ext cx="11455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Features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7" name="椭圆 106"/>
          <p:cNvSpPr/>
          <p:nvPr>
            <p:custDataLst>
              <p:tags r:id="rId49"/>
            </p:custDataLst>
          </p:nvPr>
        </p:nvSpPr>
        <p:spPr>
          <a:xfrm rot="5400000">
            <a:off x="4572635" y="4487545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8" name="椭圆 107"/>
          <p:cNvSpPr/>
          <p:nvPr>
            <p:custDataLst>
              <p:tags r:id="rId50"/>
            </p:custDataLst>
          </p:nvPr>
        </p:nvSpPr>
        <p:spPr>
          <a:xfrm rot="5400000">
            <a:off x="4572635" y="4709160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9" name="椭圆 108"/>
          <p:cNvSpPr/>
          <p:nvPr>
            <p:custDataLst>
              <p:tags r:id="rId51"/>
            </p:custDataLst>
          </p:nvPr>
        </p:nvSpPr>
        <p:spPr>
          <a:xfrm rot="5400000">
            <a:off x="4572635" y="4931410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0" name="椭圆 109"/>
          <p:cNvSpPr/>
          <p:nvPr>
            <p:custDataLst>
              <p:tags r:id="rId52"/>
            </p:custDataLst>
          </p:nvPr>
        </p:nvSpPr>
        <p:spPr>
          <a:xfrm rot="5400000">
            <a:off x="4575175" y="5153025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1" name="椭圆 110"/>
          <p:cNvSpPr/>
          <p:nvPr>
            <p:custDataLst>
              <p:tags r:id="rId53"/>
            </p:custDataLst>
          </p:nvPr>
        </p:nvSpPr>
        <p:spPr>
          <a:xfrm rot="5400000">
            <a:off x="4334510" y="4599940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2" name="椭圆 111"/>
          <p:cNvSpPr/>
          <p:nvPr>
            <p:custDataLst>
              <p:tags r:id="rId54"/>
            </p:custDataLst>
          </p:nvPr>
        </p:nvSpPr>
        <p:spPr>
          <a:xfrm rot="5400000">
            <a:off x="4334510" y="4821555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3" name="椭圆 112"/>
          <p:cNvSpPr/>
          <p:nvPr>
            <p:custDataLst>
              <p:tags r:id="rId55"/>
            </p:custDataLst>
          </p:nvPr>
        </p:nvSpPr>
        <p:spPr>
          <a:xfrm rot="5400000">
            <a:off x="4337050" y="5043170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5" name="椭圆 114"/>
          <p:cNvSpPr/>
          <p:nvPr>
            <p:custDataLst>
              <p:tags r:id="rId56"/>
            </p:custDataLst>
          </p:nvPr>
        </p:nvSpPr>
        <p:spPr>
          <a:xfrm rot="5400000">
            <a:off x="4093845" y="4709160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6" name="椭圆 115"/>
          <p:cNvSpPr/>
          <p:nvPr>
            <p:custDataLst>
              <p:tags r:id="rId57"/>
            </p:custDataLst>
          </p:nvPr>
        </p:nvSpPr>
        <p:spPr>
          <a:xfrm rot="5400000">
            <a:off x="4093845" y="4931410"/>
            <a:ext cx="161290" cy="161290"/>
          </a:xfrm>
          <a:prstGeom prst="ellips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18" name="直接连接符 1201"/>
          <p:cNvCxnSpPr/>
          <p:nvPr>
            <p:custDataLst>
              <p:tags r:id="rId58"/>
            </p:custDataLst>
          </p:nvPr>
        </p:nvCxnSpPr>
        <p:spPr>
          <a:xfrm rot="5400000">
            <a:off x="4507865" y="4565015"/>
            <a:ext cx="55245" cy="1009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202"/>
          <p:cNvCxnSpPr/>
          <p:nvPr>
            <p:custDataLst>
              <p:tags r:id="rId59"/>
            </p:custDataLst>
          </p:nvPr>
        </p:nvCxnSpPr>
        <p:spPr>
          <a:xfrm rot="5400000">
            <a:off x="4511040" y="4794250"/>
            <a:ext cx="55245" cy="1009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203"/>
          <p:cNvCxnSpPr/>
          <p:nvPr>
            <p:custDataLst>
              <p:tags r:id="rId60"/>
            </p:custDataLst>
          </p:nvPr>
        </p:nvCxnSpPr>
        <p:spPr>
          <a:xfrm rot="5400000">
            <a:off x="4505325" y="5020310"/>
            <a:ext cx="55245" cy="1009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4"/>
          <p:cNvCxnSpPr/>
          <p:nvPr>
            <p:custDataLst>
              <p:tags r:id="rId61"/>
            </p:custDataLst>
          </p:nvPr>
        </p:nvCxnSpPr>
        <p:spPr>
          <a:xfrm rot="5400000" flipH="1">
            <a:off x="4511675" y="5132705"/>
            <a:ext cx="53975" cy="10223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05"/>
          <p:cNvCxnSpPr/>
          <p:nvPr>
            <p:custDataLst>
              <p:tags r:id="rId62"/>
            </p:custDataLst>
          </p:nvPr>
        </p:nvCxnSpPr>
        <p:spPr>
          <a:xfrm rot="5400000" flipH="1">
            <a:off x="4505325" y="4904105"/>
            <a:ext cx="53975" cy="10223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06"/>
          <p:cNvCxnSpPr/>
          <p:nvPr>
            <p:custDataLst>
              <p:tags r:id="rId63"/>
            </p:custDataLst>
          </p:nvPr>
        </p:nvCxnSpPr>
        <p:spPr>
          <a:xfrm rot="5400000" flipH="1">
            <a:off x="4502150" y="4687570"/>
            <a:ext cx="53975" cy="10223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07"/>
          <p:cNvCxnSpPr/>
          <p:nvPr>
            <p:custDataLst>
              <p:tags r:id="rId64"/>
            </p:custDataLst>
          </p:nvPr>
        </p:nvCxnSpPr>
        <p:spPr>
          <a:xfrm rot="5400000" flipH="1">
            <a:off x="4268470" y="5020310"/>
            <a:ext cx="53975" cy="10223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08"/>
          <p:cNvCxnSpPr/>
          <p:nvPr>
            <p:custDataLst>
              <p:tags r:id="rId65"/>
            </p:custDataLst>
          </p:nvPr>
        </p:nvCxnSpPr>
        <p:spPr>
          <a:xfrm rot="5400000" flipH="1">
            <a:off x="4262120" y="4792345"/>
            <a:ext cx="53975" cy="10223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10"/>
          <p:cNvCxnSpPr/>
          <p:nvPr>
            <p:custDataLst>
              <p:tags r:id="rId66"/>
            </p:custDataLst>
          </p:nvPr>
        </p:nvCxnSpPr>
        <p:spPr>
          <a:xfrm rot="5400000">
            <a:off x="4270375" y="4675505"/>
            <a:ext cx="55245" cy="1009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11"/>
          <p:cNvCxnSpPr/>
          <p:nvPr>
            <p:custDataLst>
              <p:tags r:id="rId67"/>
            </p:custDataLst>
          </p:nvPr>
        </p:nvCxnSpPr>
        <p:spPr>
          <a:xfrm rot="5400000">
            <a:off x="4274185" y="4905375"/>
            <a:ext cx="55245" cy="1009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14"/>
          <p:cNvCxnSpPr>
            <a:endCxn id="112" idx="1"/>
          </p:cNvCxnSpPr>
          <p:nvPr>
            <p:custDataLst>
              <p:tags r:id="rId68"/>
            </p:custDataLst>
          </p:nvPr>
        </p:nvCxnSpPr>
        <p:spPr>
          <a:xfrm rot="5400000">
            <a:off x="4432300" y="4673600"/>
            <a:ext cx="211455" cy="13144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63"/>
          <p:cNvCxnSpPr/>
          <p:nvPr>
            <p:custDataLst>
              <p:tags r:id="rId69"/>
            </p:custDataLst>
          </p:nvPr>
        </p:nvCxnSpPr>
        <p:spPr>
          <a:xfrm rot="5400000">
            <a:off x="4425950" y="4892675"/>
            <a:ext cx="211455" cy="13144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65"/>
          <p:cNvCxnSpPr>
            <a:endCxn id="112" idx="7"/>
          </p:cNvCxnSpPr>
          <p:nvPr>
            <p:custDataLst>
              <p:tags r:id="rId70"/>
            </p:custDataLst>
          </p:nvPr>
        </p:nvCxnSpPr>
        <p:spPr>
          <a:xfrm rot="5400000" flipH="1">
            <a:off x="4436110" y="4994910"/>
            <a:ext cx="210820" cy="1390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69"/>
          <p:cNvCxnSpPr/>
          <p:nvPr>
            <p:custDataLst>
              <p:tags r:id="rId71"/>
            </p:custDataLst>
          </p:nvPr>
        </p:nvCxnSpPr>
        <p:spPr>
          <a:xfrm rot="5400000" flipH="1">
            <a:off x="4430395" y="4776470"/>
            <a:ext cx="210820" cy="1390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77"/>
          <p:cNvCxnSpPr/>
          <p:nvPr>
            <p:custDataLst>
              <p:tags r:id="rId72"/>
            </p:custDataLst>
          </p:nvPr>
        </p:nvCxnSpPr>
        <p:spPr>
          <a:xfrm rot="5400000">
            <a:off x="4197985" y="4787900"/>
            <a:ext cx="211455" cy="13144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83"/>
          <p:cNvCxnSpPr/>
          <p:nvPr>
            <p:custDataLst>
              <p:tags r:id="rId73"/>
            </p:custDataLst>
          </p:nvPr>
        </p:nvCxnSpPr>
        <p:spPr>
          <a:xfrm rot="5400000" flipH="1">
            <a:off x="4196080" y="4890135"/>
            <a:ext cx="210820" cy="139065"/>
          </a:xfrm>
          <a:prstGeom prst="line">
            <a:avLst/>
          </a:prstGeom>
          <a:solidFill>
            <a:schemeClr val="dk1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/>
          <p:cNvSpPr/>
          <p:nvPr>
            <p:custDataLst>
              <p:tags r:id="rId74"/>
            </p:custDataLst>
          </p:nvPr>
        </p:nvSpPr>
        <p:spPr>
          <a:xfrm>
            <a:off x="4936490" y="455358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0" name="矩形 139"/>
          <p:cNvSpPr/>
          <p:nvPr>
            <p:custDataLst>
              <p:tags r:id="rId75"/>
            </p:custDataLst>
          </p:nvPr>
        </p:nvSpPr>
        <p:spPr>
          <a:xfrm>
            <a:off x="5165725" y="455358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1" name="矩形 140"/>
          <p:cNvSpPr/>
          <p:nvPr>
            <p:custDataLst>
              <p:tags r:id="rId76"/>
            </p:custDataLst>
          </p:nvPr>
        </p:nvSpPr>
        <p:spPr>
          <a:xfrm>
            <a:off x="5165725" y="477647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2" name="矩形 141"/>
          <p:cNvSpPr/>
          <p:nvPr>
            <p:custDataLst>
              <p:tags r:id="rId77"/>
            </p:custDataLst>
          </p:nvPr>
        </p:nvSpPr>
        <p:spPr>
          <a:xfrm>
            <a:off x="5165725" y="499554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3" name="矩形 142"/>
          <p:cNvSpPr/>
          <p:nvPr>
            <p:custDataLst>
              <p:tags r:id="rId78"/>
            </p:custDataLst>
          </p:nvPr>
        </p:nvSpPr>
        <p:spPr>
          <a:xfrm>
            <a:off x="4936490" y="477647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4" name="矩形 143"/>
          <p:cNvSpPr/>
          <p:nvPr>
            <p:custDataLst>
              <p:tags r:id="rId79"/>
            </p:custDataLst>
          </p:nvPr>
        </p:nvSpPr>
        <p:spPr>
          <a:xfrm>
            <a:off x="4936490" y="499554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6" name="文本框 145"/>
          <p:cNvSpPr txBox="1"/>
          <p:nvPr>
            <p:custDataLst>
              <p:tags r:id="rId80"/>
            </p:custDataLst>
          </p:nvPr>
        </p:nvSpPr>
        <p:spPr>
          <a:xfrm>
            <a:off x="4871072" y="5429175"/>
            <a:ext cx="693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8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Abstract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8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Work based on 3D point cloud datasets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Two-stage Data Compression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Data synthesis by distillation method &amp; Data selection by coreset algorithm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83"/>
            </p:custDataLst>
          </p:nvPr>
        </p:nvSpPr>
        <p:spPr>
          <a:xfrm>
            <a:off x="6323330" y="451231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84"/>
            </p:custDataLst>
          </p:nvPr>
        </p:nvSpPr>
        <p:spPr>
          <a:xfrm>
            <a:off x="6532245" y="451231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85"/>
            </p:custDataLst>
          </p:nvPr>
        </p:nvSpPr>
        <p:spPr>
          <a:xfrm>
            <a:off x="6948805" y="451231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86"/>
            </p:custDataLst>
          </p:nvPr>
        </p:nvSpPr>
        <p:spPr>
          <a:xfrm>
            <a:off x="7366000" y="451231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87"/>
            </p:custDataLst>
          </p:nvPr>
        </p:nvSpPr>
        <p:spPr>
          <a:xfrm>
            <a:off x="6740525" y="451231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88"/>
            </p:custDataLst>
          </p:nvPr>
        </p:nvSpPr>
        <p:spPr>
          <a:xfrm>
            <a:off x="7157720" y="451231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89"/>
            </p:custDataLst>
          </p:nvPr>
        </p:nvSpPr>
        <p:spPr>
          <a:xfrm>
            <a:off x="6323330" y="46863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90"/>
            </p:custDataLst>
          </p:nvPr>
        </p:nvSpPr>
        <p:spPr>
          <a:xfrm>
            <a:off x="6532245" y="46863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91"/>
            </p:custDataLst>
          </p:nvPr>
        </p:nvSpPr>
        <p:spPr>
          <a:xfrm>
            <a:off x="6948805" y="46863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92"/>
            </p:custDataLst>
          </p:nvPr>
        </p:nvSpPr>
        <p:spPr>
          <a:xfrm>
            <a:off x="7366000" y="46863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8" name="矩形 47"/>
          <p:cNvSpPr/>
          <p:nvPr>
            <p:custDataLst>
              <p:tags r:id="rId93"/>
            </p:custDataLst>
          </p:nvPr>
        </p:nvSpPr>
        <p:spPr>
          <a:xfrm>
            <a:off x="6740525" y="46863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>
            <p:custDataLst>
              <p:tags r:id="rId94"/>
            </p:custDataLst>
          </p:nvPr>
        </p:nvSpPr>
        <p:spPr>
          <a:xfrm>
            <a:off x="7157720" y="46863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6" name="矩形 55"/>
          <p:cNvSpPr/>
          <p:nvPr>
            <p:custDataLst>
              <p:tags r:id="rId95"/>
            </p:custDataLst>
          </p:nvPr>
        </p:nvSpPr>
        <p:spPr>
          <a:xfrm>
            <a:off x="6323330" y="485965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7" name="矩形 56"/>
          <p:cNvSpPr/>
          <p:nvPr>
            <p:custDataLst>
              <p:tags r:id="rId96"/>
            </p:custDataLst>
          </p:nvPr>
        </p:nvSpPr>
        <p:spPr>
          <a:xfrm>
            <a:off x="6532245" y="485965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8" name="矩形 57"/>
          <p:cNvSpPr/>
          <p:nvPr>
            <p:custDataLst>
              <p:tags r:id="rId97"/>
            </p:custDataLst>
          </p:nvPr>
        </p:nvSpPr>
        <p:spPr>
          <a:xfrm>
            <a:off x="6948805" y="485965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9" name="矩形 58"/>
          <p:cNvSpPr/>
          <p:nvPr>
            <p:custDataLst>
              <p:tags r:id="rId98"/>
            </p:custDataLst>
          </p:nvPr>
        </p:nvSpPr>
        <p:spPr>
          <a:xfrm>
            <a:off x="7366000" y="485965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0" name="矩形 59"/>
          <p:cNvSpPr/>
          <p:nvPr>
            <p:custDataLst>
              <p:tags r:id="rId99"/>
            </p:custDataLst>
          </p:nvPr>
        </p:nvSpPr>
        <p:spPr>
          <a:xfrm>
            <a:off x="6740525" y="485965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1" name="矩形 60"/>
          <p:cNvSpPr/>
          <p:nvPr>
            <p:custDataLst>
              <p:tags r:id="rId100"/>
            </p:custDataLst>
          </p:nvPr>
        </p:nvSpPr>
        <p:spPr>
          <a:xfrm>
            <a:off x="7157720" y="485965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2" name="矩形 61"/>
          <p:cNvSpPr/>
          <p:nvPr>
            <p:custDataLst>
              <p:tags r:id="rId101"/>
            </p:custDataLst>
          </p:nvPr>
        </p:nvSpPr>
        <p:spPr>
          <a:xfrm>
            <a:off x="6323330" y="50336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102"/>
            </p:custDataLst>
          </p:nvPr>
        </p:nvSpPr>
        <p:spPr>
          <a:xfrm>
            <a:off x="6532245" y="50336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4" name="矩形 63"/>
          <p:cNvSpPr/>
          <p:nvPr>
            <p:custDataLst>
              <p:tags r:id="rId103"/>
            </p:custDataLst>
          </p:nvPr>
        </p:nvSpPr>
        <p:spPr>
          <a:xfrm>
            <a:off x="6948805" y="50336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5" name="矩形 64"/>
          <p:cNvSpPr/>
          <p:nvPr>
            <p:custDataLst>
              <p:tags r:id="rId104"/>
            </p:custDataLst>
          </p:nvPr>
        </p:nvSpPr>
        <p:spPr>
          <a:xfrm>
            <a:off x="7366000" y="50336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7" name="矩形 66"/>
          <p:cNvSpPr/>
          <p:nvPr>
            <p:custDataLst>
              <p:tags r:id="rId105"/>
            </p:custDataLst>
          </p:nvPr>
        </p:nvSpPr>
        <p:spPr>
          <a:xfrm>
            <a:off x="6740525" y="50336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8" name="矩形 67"/>
          <p:cNvSpPr/>
          <p:nvPr>
            <p:custDataLst>
              <p:tags r:id="rId106"/>
            </p:custDataLst>
          </p:nvPr>
        </p:nvSpPr>
        <p:spPr>
          <a:xfrm>
            <a:off x="7157720" y="50336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9" name="矩形 68"/>
          <p:cNvSpPr/>
          <p:nvPr>
            <p:custDataLst>
              <p:tags r:id="rId107"/>
            </p:custDataLst>
          </p:nvPr>
        </p:nvSpPr>
        <p:spPr>
          <a:xfrm>
            <a:off x="6323330" y="52076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0" name="矩形 69"/>
          <p:cNvSpPr/>
          <p:nvPr>
            <p:custDataLst>
              <p:tags r:id="rId108"/>
            </p:custDataLst>
          </p:nvPr>
        </p:nvSpPr>
        <p:spPr>
          <a:xfrm>
            <a:off x="6532245" y="52076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1" name="矩形 70"/>
          <p:cNvSpPr/>
          <p:nvPr>
            <p:custDataLst>
              <p:tags r:id="rId109"/>
            </p:custDataLst>
          </p:nvPr>
        </p:nvSpPr>
        <p:spPr>
          <a:xfrm>
            <a:off x="6948805" y="52076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2" name="矩形 71"/>
          <p:cNvSpPr/>
          <p:nvPr>
            <p:custDataLst>
              <p:tags r:id="rId110"/>
            </p:custDataLst>
          </p:nvPr>
        </p:nvSpPr>
        <p:spPr>
          <a:xfrm>
            <a:off x="7366000" y="52076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3" name="矩形 72"/>
          <p:cNvSpPr/>
          <p:nvPr>
            <p:custDataLst>
              <p:tags r:id="rId111"/>
            </p:custDataLst>
          </p:nvPr>
        </p:nvSpPr>
        <p:spPr>
          <a:xfrm>
            <a:off x="6740525" y="52076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4" name="矩形 73"/>
          <p:cNvSpPr/>
          <p:nvPr>
            <p:custDataLst>
              <p:tags r:id="rId112"/>
            </p:custDataLst>
          </p:nvPr>
        </p:nvSpPr>
        <p:spPr>
          <a:xfrm>
            <a:off x="7157720" y="52076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5" name="箭头: 下 217"/>
          <p:cNvSpPr/>
          <p:nvPr>
            <p:custDataLst>
              <p:tags r:id="rId113"/>
            </p:custDataLst>
          </p:nvPr>
        </p:nvSpPr>
        <p:spPr>
          <a:xfrm rot="16200000">
            <a:off x="8033896" y="4331081"/>
            <a:ext cx="438775" cy="1171028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6" name="文本框 75"/>
          <p:cNvSpPr txBox="1"/>
          <p:nvPr>
            <p:custDataLst>
              <p:tags r:id="rId114"/>
            </p:custDataLst>
          </p:nvPr>
        </p:nvSpPr>
        <p:spPr>
          <a:xfrm>
            <a:off x="7798307" y="5003705"/>
            <a:ext cx="117102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Distill</a:t>
            </a:r>
            <a:endParaRPr lang="en-US" altLang="zh-CN" sz="20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7" name="矩形 76"/>
          <p:cNvSpPr/>
          <p:nvPr>
            <p:custDataLst>
              <p:tags r:id="rId115"/>
            </p:custDataLst>
          </p:nvPr>
        </p:nvSpPr>
        <p:spPr>
          <a:xfrm>
            <a:off x="6327775" y="431165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8" name="矩形 77"/>
          <p:cNvSpPr/>
          <p:nvPr>
            <p:custDataLst>
              <p:tags r:id="rId116"/>
            </p:custDataLst>
          </p:nvPr>
        </p:nvSpPr>
        <p:spPr>
          <a:xfrm>
            <a:off x="6536055" y="431165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117"/>
            </p:custDataLst>
          </p:nvPr>
        </p:nvSpPr>
        <p:spPr>
          <a:xfrm>
            <a:off x="6953250" y="431165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118"/>
            </p:custDataLst>
          </p:nvPr>
        </p:nvSpPr>
        <p:spPr>
          <a:xfrm>
            <a:off x="7370445" y="431165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119"/>
            </p:custDataLst>
          </p:nvPr>
        </p:nvSpPr>
        <p:spPr>
          <a:xfrm>
            <a:off x="6744970" y="431165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2" name="矩形 81"/>
          <p:cNvSpPr/>
          <p:nvPr>
            <p:custDataLst>
              <p:tags r:id="rId120"/>
            </p:custDataLst>
          </p:nvPr>
        </p:nvSpPr>
        <p:spPr>
          <a:xfrm>
            <a:off x="7162165" y="431165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3" name="矩形 82"/>
          <p:cNvSpPr/>
          <p:nvPr>
            <p:custDataLst>
              <p:tags r:id="rId121"/>
            </p:custDataLst>
          </p:nvPr>
        </p:nvSpPr>
        <p:spPr>
          <a:xfrm rot="5400000">
            <a:off x="9140825" y="4357370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4" name="矩形 83"/>
          <p:cNvSpPr/>
          <p:nvPr>
            <p:custDataLst>
              <p:tags r:id="rId122"/>
            </p:custDataLst>
          </p:nvPr>
        </p:nvSpPr>
        <p:spPr>
          <a:xfrm rot="5400000">
            <a:off x="9140825" y="447611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0" name="矩形 89"/>
          <p:cNvSpPr/>
          <p:nvPr>
            <p:custDataLst>
              <p:tags r:id="rId123"/>
            </p:custDataLst>
          </p:nvPr>
        </p:nvSpPr>
        <p:spPr>
          <a:xfrm rot="5400000">
            <a:off x="9140825" y="4712970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124"/>
            </p:custDataLst>
          </p:nvPr>
        </p:nvSpPr>
        <p:spPr>
          <a:xfrm rot="5400000">
            <a:off x="9140825" y="494982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2" name="矩形 91"/>
          <p:cNvSpPr/>
          <p:nvPr>
            <p:custDataLst>
              <p:tags r:id="rId125"/>
            </p:custDataLst>
          </p:nvPr>
        </p:nvSpPr>
        <p:spPr>
          <a:xfrm rot="5400000">
            <a:off x="9140825" y="459422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3" name="矩形 92"/>
          <p:cNvSpPr/>
          <p:nvPr>
            <p:custDataLst>
              <p:tags r:id="rId126"/>
            </p:custDataLst>
          </p:nvPr>
        </p:nvSpPr>
        <p:spPr>
          <a:xfrm rot="5400000">
            <a:off x="9140825" y="483171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4" name="文本框 93"/>
          <p:cNvSpPr txBox="1"/>
          <p:nvPr>
            <p:custDataLst>
              <p:tags r:id="rId127"/>
            </p:custDataLst>
          </p:nvPr>
        </p:nvSpPr>
        <p:spPr>
          <a:xfrm>
            <a:off x="6664927" y="5419015"/>
            <a:ext cx="69342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>
            <p:custDataLst>
              <p:tags r:id="rId128"/>
            </p:custDataLst>
          </p:nvPr>
        </p:nvSpPr>
        <p:spPr>
          <a:xfrm>
            <a:off x="8733899" y="5419015"/>
            <a:ext cx="11455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Features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5" name="矩形 154"/>
          <p:cNvSpPr/>
          <p:nvPr>
            <p:custDataLst>
              <p:tags r:id="rId129"/>
            </p:custDataLst>
          </p:nvPr>
        </p:nvSpPr>
        <p:spPr>
          <a:xfrm>
            <a:off x="10396220" y="454469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6" name="矩形 155"/>
          <p:cNvSpPr/>
          <p:nvPr>
            <p:custDataLst>
              <p:tags r:id="rId130"/>
            </p:custDataLst>
          </p:nvPr>
        </p:nvSpPr>
        <p:spPr>
          <a:xfrm>
            <a:off x="10625455" y="454469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7" name="矩形 156"/>
          <p:cNvSpPr/>
          <p:nvPr>
            <p:custDataLst>
              <p:tags r:id="rId131"/>
            </p:custDataLst>
          </p:nvPr>
        </p:nvSpPr>
        <p:spPr>
          <a:xfrm>
            <a:off x="10625455" y="476758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8" name="矩形 157"/>
          <p:cNvSpPr/>
          <p:nvPr>
            <p:custDataLst>
              <p:tags r:id="rId132"/>
            </p:custDataLst>
          </p:nvPr>
        </p:nvSpPr>
        <p:spPr>
          <a:xfrm>
            <a:off x="10625455" y="498665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9" name="矩形 158"/>
          <p:cNvSpPr/>
          <p:nvPr>
            <p:custDataLst>
              <p:tags r:id="rId133"/>
            </p:custDataLst>
          </p:nvPr>
        </p:nvSpPr>
        <p:spPr>
          <a:xfrm>
            <a:off x="10396220" y="476758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0" name="矩形 159"/>
          <p:cNvSpPr/>
          <p:nvPr>
            <p:custDataLst>
              <p:tags r:id="rId134"/>
            </p:custDataLst>
          </p:nvPr>
        </p:nvSpPr>
        <p:spPr>
          <a:xfrm>
            <a:off x="10396220" y="498665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1" name="文本框 160"/>
          <p:cNvSpPr txBox="1"/>
          <p:nvPr>
            <p:custDataLst>
              <p:tags r:id="rId135"/>
            </p:custDataLst>
          </p:nvPr>
        </p:nvSpPr>
        <p:spPr>
          <a:xfrm>
            <a:off x="10330802" y="5420285"/>
            <a:ext cx="693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2" name="上弧形箭头 161"/>
          <p:cNvSpPr/>
          <p:nvPr/>
        </p:nvSpPr>
        <p:spPr>
          <a:xfrm rot="240000">
            <a:off x="7023735" y="3684905"/>
            <a:ext cx="3731260" cy="633095"/>
          </a:xfrm>
          <a:prstGeom prst="curved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3" name="燕尾形 162"/>
          <p:cNvSpPr/>
          <p:nvPr/>
        </p:nvSpPr>
        <p:spPr>
          <a:xfrm rot="16200000">
            <a:off x="8936355" y="3929380"/>
            <a:ext cx="478155" cy="304165"/>
          </a:xfrm>
          <a:prstGeom prst="chevron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文本框 163"/>
          <p:cNvSpPr txBox="1"/>
          <p:nvPr>
            <p:custDataLst>
              <p:tags r:id="rId136"/>
            </p:custDataLst>
          </p:nvPr>
        </p:nvSpPr>
        <p:spPr>
          <a:xfrm>
            <a:off x="10101580" y="3555365"/>
            <a:ext cx="125222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Selection</a:t>
            </a:r>
            <a:endParaRPr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5" name="文本框 164"/>
          <p:cNvSpPr txBox="1"/>
          <p:nvPr>
            <p:custDataLst>
              <p:tags r:id="rId137"/>
            </p:custDataLst>
          </p:nvPr>
        </p:nvSpPr>
        <p:spPr>
          <a:xfrm>
            <a:off x="3780155" y="4050665"/>
            <a:ext cx="149733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Reconstruct</a:t>
            </a:r>
            <a:endParaRPr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13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238250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447165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863725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280920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655445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2072640" y="452120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238250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1447165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1863725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2280920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1655445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>
            <p:custDataLst>
              <p:tags r:id="rId14"/>
            </p:custDataLst>
          </p:nvPr>
        </p:nvSpPr>
        <p:spPr>
          <a:xfrm>
            <a:off x="2072640" y="469519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15"/>
            </p:custDataLst>
          </p:nvPr>
        </p:nvSpPr>
        <p:spPr>
          <a:xfrm>
            <a:off x="1238250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>
            <p:custDataLst>
              <p:tags r:id="rId16"/>
            </p:custDataLst>
          </p:nvPr>
        </p:nvSpPr>
        <p:spPr>
          <a:xfrm>
            <a:off x="1447165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17"/>
            </p:custDataLst>
          </p:nvPr>
        </p:nvSpPr>
        <p:spPr>
          <a:xfrm>
            <a:off x="1863725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2280920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" name="矩形 29"/>
          <p:cNvSpPr/>
          <p:nvPr>
            <p:custDataLst>
              <p:tags r:id="rId19"/>
            </p:custDataLst>
          </p:nvPr>
        </p:nvSpPr>
        <p:spPr>
          <a:xfrm>
            <a:off x="1655445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20"/>
            </p:custDataLst>
          </p:nvPr>
        </p:nvSpPr>
        <p:spPr>
          <a:xfrm>
            <a:off x="2072640" y="486854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3" name="矩形 32"/>
          <p:cNvSpPr/>
          <p:nvPr>
            <p:custDataLst>
              <p:tags r:id="rId21"/>
            </p:custDataLst>
          </p:nvPr>
        </p:nvSpPr>
        <p:spPr>
          <a:xfrm>
            <a:off x="1238250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22"/>
            </p:custDataLst>
          </p:nvPr>
        </p:nvSpPr>
        <p:spPr>
          <a:xfrm>
            <a:off x="1447165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23"/>
            </p:custDataLst>
          </p:nvPr>
        </p:nvSpPr>
        <p:spPr>
          <a:xfrm>
            <a:off x="1863725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>
            <p:custDataLst>
              <p:tags r:id="rId24"/>
            </p:custDataLst>
          </p:nvPr>
        </p:nvSpPr>
        <p:spPr>
          <a:xfrm>
            <a:off x="2280920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5"/>
            </p:custDataLst>
          </p:nvPr>
        </p:nvSpPr>
        <p:spPr>
          <a:xfrm>
            <a:off x="1655445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26"/>
            </p:custDataLst>
          </p:nvPr>
        </p:nvSpPr>
        <p:spPr>
          <a:xfrm>
            <a:off x="2072640" y="504253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>
            <p:custDataLst>
              <p:tags r:id="rId27"/>
            </p:custDataLst>
          </p:nvPr>
        </p:nvSpPr>
        <p:spPr>
          <a:xfrm>
            <a:off x="1238250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>
            <p:custDataLst>
              <p:tags r:id="rId28"/>
            </p:custDataLst>
          </p:nvPr>
        </p:nvSpPr>
        <p:spPr>
          <a:xfrm>
            <a:off x="1447165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>
            <p:custDataLst>
              <p:tags r:id="rId29"/>
            </p:custDataLst>
          </p:nvPr>
        </p:nvSpPr>
        <p:spPr>
          <a:xfrm>
            <a:off x="1863725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3" name="矩形 42"/>
          <p:cNvSpPr/>
          <p:nvPr>
            <p:custDataLst>
              <p:tags r:id="rId30"/>
            </p:custDataLst>
          </p:nvPr>
        </p:nvSpPr>
        <p:spPr>
          <a:xfrm>
            <a:off x="2280920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4" name="矩形 43"/>
          <p:cNvSpPr/>
          <p:nvPr>
            <p:custDataLst>
              <p:tags r:id="rId31"/>
            </p:custDataLst>
          </p:nvPr>
        </p:nvSpPr>
        <p:spPr>
          <a:xfrm>
            <a:off x="1655445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5" name="矩形 44"/>
          <p:cNvSpPr/>
          <p:nvPr>
            <p:custDataLst>
              <p:tags r:id="rId32"/>
            </p:custDataLst>
          </p:nvPr>
        </p:nvSpPr>
        <p:spPr>
          <a:xfrm>
            <a:off x="2072640" y="5216525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6" name="箭头: 下 217"/>
          <p:cNvSpPr/>
          <p:nvPr>
            <p:custDataLst>
              <p:tags r:id="rId33"/>
            </p:custDataLst>
          </p:nvPr>
        </p:nvSpPr>
        <p:spPr>
          <a:xfrm rot="16200000">
            <a:off x="2948816" y="4339971"/>
            <a:ext cx="438775" cy="1171028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34"/>
            </p:custDataLst>
          </p:nvPr>
        </p:nvSpPr>
        <p:spPr>
          <a:xfrm>
            <a:off x="2713227" y="5004340"/>
            <a:ext cx="117102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Distill</a:t>
            </a:r>
            <a:endParaRPr lang="en-US" altLang="zh-CN" sz="20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9" name="矩形 48"/>
          <p:cNvSpPr/>
          <p:nvPr>
            <p:custDataLst>
              <p:tags r:id="rId35"/>
            </p:custDataLst>
          </p:nvPr>
        </p:nvSpPr>
        <p:spPr>
          <a:xfrm>
            <a:off x="124269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0" name="矩形 49"/>
          <p:cNvSpPr/>
          <p:nvPr>
            <p:custDataLst>
              <p:tags r:id="rId36"/>
            </p:custDataLst>
          </p:nvPr>
        </p:nvSpPr>
        <p:spPr>
          <a:xfrm>
            <a:off x="145097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1" name="矩形 50"/>
          <p:cNvSpPr/>
          <p:nvPr>
            <p:custDataLst>
              <p:tags r:id="rId37"/>
            </p:custDataLst>
          </p:nvPr>
        </p:nvSpPr>
        <p:spPr>
          <a:xfrm>
            <a:off x="1868170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2" name="矩形 51"/>
          <p:cNvSpPr/>
          <p:nvPr>
            <p:custDataLst>
              <p:tags r:id="rId38"/>
            </p:custDataLst>
          </p:nvPr>
        </p:nvSpPr>
        <p:spPr>
          <a:xfrm>
            <a:off x="228536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3" name="矩形 52"/>
          <p:cNvSpPr/>
          <p:nvPr>
            <p:custDataLst>
              <p:tags r:id="rId39"/>
            </p:custDataLst>
          </p:nvPr>
        </p:nvSpPr>
        <p:spPr>
          <a:xfrm>
            <a:off x="1659890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4" name="矩形 53"/>
          <p:cNvSpPr/>
          <p:nvPr>
            <p:custDataLst>
              <p:tags r:id="rId40"/>
            </p:custDataLst>
          </p:nvPr>
        </p:nvSpPr>
        <p:spPr>
          <a:xfrm>
            <a:off x="2077085" y="4320540"/>
            <a:ext cx="194945" cy="194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6" name="矩形 65"/>
          <p:cNvSpPr/>
          <p:nvPr>
            <p:custDataLst>
              <p:tags r:id="rId41"/>
            </p:custDataLst>
          </p:nvPr>
        </p:nvSpPr>
        <p:spPr>
          <a:xfrm rot="5400000">
            <a:off x="4055745" y="4366260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5" name="矩形 84"/>
          <p:cNvSpPr/>
          <p:nvPr>
            <p:custDataLst>
              <p:tags r:id="rId42"/>
            </p:custDataLst>
          </p:nvPr>
        </p:nvSpPr>
        <p:spPr>
          <a:xfrm rot="5400000">
            <a:off x="4055745" y="448500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6" name="矩形 85"/>
          <p:cNvSpPr/>
          <p:nvPr>
            <p:custDataLst>
              <p:tags r:id="rId43"/>
            </p:custDataLst>
          </p:nvPr>
        </p:nvSpPr>
        <p:spPr>
          <a:xfrm rot="5400000">
            <a:off x="4055745" y="4721860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7" name="矩形 86"/>
          <p:cNvSpPr/>
          <p:nvPr>
            <p:custDataLst>
              <p:tags r:id="rId44"/>
            </p:custDataLst>
          </p:nvPr>
        </p:nvSpPr>
        <p:spPr>
          <a:xfrm rot="5400000">
            <a:off x="4055745" y="495871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8" name="矩形 87"/>
          <p:cNvSpPr/>
          <p:nvPr>
            <p:custDataLst>
              <p:tags r:id="rId45"/>
            </p:custDataLst>
          </p:nvPr>
        </p:nvSpPr>
        <p:spPr>
          <a:xfrm rot="5400000">
            <a:off x="4055745" y="460311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9" name="矩形 88"/>
          <p:cNvSpPr/>
          <p:nvPr>
            <p:custDataLst>
              <p:tags r:id="rId46"/>
            </p:custDataLst>
          </p:nvPr>
        </p:nvSpPr>
        <p:spPr>
          <a:xfrm rot="5400000">
            <a:off x="4055745" y="4840605"/>
            <a:ext cx="110490" cy="454025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4" name="文本框 103"/>
          <p:cNvSpPr txBox="1"/>
          <p:nvPr>
            <p:custDataLst>
              <p:tags r:id="rId47"/>
            </p:custDataLst>
          </p:nvPr>
        </p:nvSpPr>
        <p:spPr>
          <a:xfrm>
            <a:off x="1579847" y="5427905"/>
            <a:ext cx="69342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5" name="文本框 104"/>
          <p:cNvSpPr txBox="1"/>
          <p:nvPr>
            <p:custDataLst>
              <p:tags r:id="rId48"/>
            </p:custDataLst>
          </p:nvPr>
        </p:nvSpPr>
        <p:spPr>
          <a:xfrm>
            <a:off x="3648819" y="5427905"/>
            <a:ext cx="11455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Features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9" name="矩形 138"/>
          <p:cNvSpPr/>
          <p:nvPr>
            <p:custDataLst>
              <p:tags r:id="rId49"/>
            </p:custDataLst>
          </p:nvPr>
        </p:nvSpPr>
        <p:spPr>
          <a:xfrm>
            <a:off x="6563995" y="457835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0" name="矩形 139"/>
          <p:cNvSpPr/>
          <p:nvPr>
            <p:custDataLst>
              <p:tags r:id="rId50"/>
            </p:custDataLst>
          </p:nvPr>
        </p:nvSpPr>
        <p:spPr>
          <a:xfrm>
            <a:off x="6793230" y="457835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1" name="矩形 140"/>
          <p:cNvSpPr/>
          <p:nvPr>
            <p:custDataLst>
              <p:tags r:id="rId51"/>
            </p:custDataLst>
          </p:nvPr>
        </p:nvSpPr>
        <p:spPr>
          <a:xfrm>
            <a:off x="6793230" y="480123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2" name="矩形 141"/>
          <p:cNvSpPr/>
          <p:nvPr>
            <p:custDataLst>
              <p:tags r:id="rId52"/>
            </p:custDataLst>
          </p:nvPr>
        </p:nvSpPr>
        <p:spPr>
          <a:xfrm>
            <a:off x="6793230" y="502031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3" name="矩形 142"/>
          <p:cNvSpPr/>
          <p:nvPr>
            <p:custDataLst>
              <p:tags r:id="rId53"/>
            </p:custDataLst>
          </p:nvPr>
        </p:nvSpPr>
        <p:spPr>
          <a:xfrm>
            <a:off x="6563995" y="4801235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4" name="矩形 143"/>
          <p:cNvSpPr/>
          <p:nvPr>
            <p:custDataLst>
              <p:tags r:id="rId54"/>
            </p:custDataLst>
          </p:nvPr>
        </p:nvSpPr>
        <p:spPr>
          <a:xfrm>
            <a:off x="6563995" y="5020310"/>
            <a:ext cx="220980" cy="220980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6" name="文本框 145"/>
          <p:cNvSpPr txBox="1"/>
          <p:nvPr>
            <p:custDataLst>
              <p:tags r:id="rId55"/>
            </p:custDataLst>
          </p:nvPr>
        </p:nvSpPr>
        <p:spPr>
          <a:xfrm>
            <a:off x="6446507" y="5427905"/>
            <a:ext cx="693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56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Two-stage Idea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57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Synthesize feature, reconstruct them later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Advantage: VRAM-efficient, fast and convenient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Shortage: Over-compressed, fall on performance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37590" y="4045585"/>
            <a:ext cx="3723005" cy="1842135"/>
          </a:xfrm>
          <a:prstGeom prst="rect">
            <a:avLst/>
          </a:prstGeom>
          <a:noFill/>
          <a:ln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箭头: 下 217"/>
          <p:cNvSpPr/>
          <p:nvPr>
            <p:custDataLst>
              <p:tags r:id="rId58"/>
            </p:custDataLst>
          </p:nvPr>
        </p:nvSpPr>
        <p:spPr>
          <a:xfrm rot="16200000">
            <a:off x="5426586" y="4326001"/>
            <a:ext cx="438775" cy="1171028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59"/>
            </p:custDataLst>
          </p:nvPr>
        </p:nvSpPr>
        <p:spPr>
          <a:xfrm>
            <a:off x="4988560" y="5004435"/>
            <a:ext cx="129286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Methods</a:t>
            </a:r>
            <a:endParaRPr lang="en-US" altLang="zh-CN" sz="20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6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cs typeface="Arial" panose="020B0604020202020204" pitchFamily="34" charset="0"/>
                <a:sym typeface="+mn-ea"/>
              </a:rPr>
              <a:t>Collection of data points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cs typeface="Arial" panose="020B0604020202020204" pitchFamily="34" charset="0"/>
                <a:sym typeface="+mn-ea"/>
              </a:rPr>
              <a:t>3D coordinates (x, y, z), other additional attributes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cs typeface="Arial" panose="020B0604020202020204" pitchFamily="34" charset="0"/>
                <a:sym typeface="+mn-ea"/>
              </a:rPr>
              <a:t>Environment models, automated analysis, measurement tasks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cs typeface="Arial" panose="020B0604020202020204" pitchFamily="34" charset="0"/>
                <a:sym typeface="+mn-ea"/>
              </a:rPr>
              <a:t>3D Point Cloud</a:t>
            </a:r>
            <a:endParaRPr lang="zh-CN" altLang="en-US" dirty="0"/>
          </a:p>
        </p:txBody>
      </p:sp>
      <p:pic>
        <p:nvPicPr>
          <p:cNvPr id="2" name="图片 1" descr="point_cloud_image_or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335" y="1302385"/>
            <a:ext cx="4560570" cy="42538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kumimoji="1" lang="en-US" altLang="zh-CN" sz="1800" dirty="0">
                <a:solidFill>
                  <a:schemeClr val="lt1"/>
                </a:solidFill>
                <a:latin typeface="微软雅黑" panose="020B0503020204020204" charset="-122"/>
                <a:cs typeface="Arial" panose="020B0604020202020204" pitchFamily="34" charset="0"/>
                <a:sym typeface="+mn-ea"/>
              </a:rPr>
              <a:t>Classification task on 3D point cloud</a:t>
            </a:r>
            <a:endParaRPr kumimoji="1" lang="en-US" altLang="zh-CN" sz="1800" dirty="0">
              <a:solidFill>
                <a:schemeClr val="lt1"/>
              </a:solidFill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endParaRPr kumimoji="1" lang="en-US" altLang="zh-CN" sz="1800" dirty="0">
              <a:solidFill>
                <a:schemeClr val="lt1"/>
              </a:solidFill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kumimoji="1" lang="en-US" altLang="zh-CN" sz="1800" dirty="0">
                <a:solidFill>
                  <a:schemeClr val="lt1"/>
                </a:solidFill>
                <a:latin typeface="微软雅黑" panose="020B0503020204020204" charset="-122"/>
                <a:cs typeface="Arial" panose="020B0604020202020204" pitchFamily="34" charset="0"/>
                <a:sym typeface="+mn-ea"/>
              </a:rPr>
              <a:t>Fundamental Work</a:t>
            </a:r>
            <a:endParaRPr kumimoji="1" lang="en-US" altLang="zh-CN" sz="1800" dirty="0">
              <a:solidFill>
                <a:schemeClr val="lt1"/>
              </a:solidFill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cs typeface="Arial" panose="020B0604020202020204" pitchFamily="34" charset="0"/>
                <a:sym typeface="+mn-ea"/>
              </a:rPr>
              <a:t>Classification</a:t>
            </a:r>
            <a:endParaRPr lang="zh-CN" altLang="en-US" dirty="0"/>
          </a:p>
        </p:txBody>
      </p:sp>
      <p:pic>
        <p:nvPicPr>
          <p:cNvPr id="2" name="图片 1" descr="point_cloud_image"/>
          <p:cNvPicPr>
            <a:picLocks noChangeAspect="1"/>
          </p:cNvPicPr>
          <p:nvPr/>
        </p:nvPicPr>
        <p:blipFill>
          <a:blip r:embed="rId3"/>
          <a:srcRect l="23470" t="16406" r="15831" b="7639"/>
          <a:stretch>
            <a:fillRect/>
          </a:stretch>
        </p:blipFill>
        <p:spPr>
          <a:xfrm>
            <a:off x="6653530" y="1049655"/>
            <a:ext cx="3552190" cy="3333750"/>
          </a:xfrm>
          <a:prstGeom prst="rect">
            <a:avLst/>
          </a:prstGeom>
        </p:spPr>
      </p:pic>
      <p:sp>
        <p:nvSpPr>
          <p:cNvPr id="5" name="下箭头 4"/>
          <p:cNvSpPr/>
          <p:nvPr/>
        </p:nvSpPr>
        <p:spPr>
          <a:xfrm>
            <a:off x="8237220" y="4716145"/>
            <a:ext cx="384810" cy="54800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79055" y="5412740"/>
            <a:ext cx="1501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chemeClr val="bg1"/>
                </a:solidFill>
              </a:rPr>
              <a:t>“chair”</a:t>
            </a:r>
            <a:r>
              <a:rPr lang="en-US" altLang="zh-CN"/>
              <a:t>”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Distillation - Pipeline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8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29945" y="2874645"/>
            <a:ext cx="2171700" cy="17399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962785" y="4695825"/>
            <a:ext cx="1175385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Encoder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(Folding)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0" name="直角上箭头 9"/>
          <p:cNvSpPr/>
          <p:nvPr>
            <p:custDataLst>
              <p:tags r:id="rId7"/>
            </p:custDataLst>
          </p:nvPr>
        </p:nvSpPr>
        <p:spPr>
          <a:xfrm rot="5400000">
            <a:off x="4110355" y="1818005"/>
            <a:ext cx="1221740" cy="3021330"/>
          </a:xfrm>
          <a:prstGeom prst="bentUpArrow">
            <a:avLst>
              <a:gd name="adj1" fmla="val 6455"/>
              <a:gd name="adj2" fmla="val 10187"/>
              <a:gd name="adj3" fmla="val 15020"/>
            </a:avLst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棱台 10"/>
          <p:cNvSpPr/>
          <p:nvPr>
            <p:custDataLst>
              <p:tags r:id="rId8"/>
            </p:custDataLst>
          </p:nvPr>
        </p:nvSpPr>
        <p:spPr>
          <a:xfrm>
            <a:off x="3848100" y="3226435"/>
            <a:ext cx="1745615" cy="1137920"/>
          </a:xfrm>
          <a:prstGeom prst="bevel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Distillation</a:t>
            </a:r>
            <a:endParaRPr lang="en-US" altLang="zh-CN" b="1"/>
          </a:p>
          <a:p>
            <a:pPr algn="ctr"/>
            <a:r>
              <a:rPr lang="en-US" altLang="zh-CN" b="1"/>
              <a:t>Module</a:t>
            </a:r>
            <a:endParaRPr lang="en-US" altLang="zh-CN" b="1"/>
          </a:p>
        </p:txBody>
      </p:sp>
      <p:sp>
        <p:nvSpPr>
          <p:cNvPr id="5" name="上箭头 4"/>
          <p:cNvSpPr/>
          <p:nvPr>
            <p:custDataLst>
              <p:tags r:id="rId9"/>
            </p:custDataLst>
          </p:nvPr>
        </p:nvSpPr>
        <p:spPr>
          <a:xfrm>
            <a:off x="2577465" y="2682875"/>
            <a:ext cx="177165" cy="504190"/>
          </a:xfrm>
          <a:prstGeom prst="up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棱台 17"/>
          <p:cNvSpPr/>
          <p:nvPr>
            <p:custDataLst>
              <p:tags r:id="rId10"/>
            </p:custDataLst>
          </p:nvPr>
        </p:nvSpPr>
        <p:spPr>
          <a:xfrm>
            <a:off x="2051685" y="2022475"/>
            <a:ext cx="1796415" cy="502285"/>
          </a:xfrm>
          <a:prstGeom prst="bevel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Codewords</a:t>
            </a:r>
            <a:endParaRPr lang="en-US" altLang="zh-CN" b="1"/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3523615" y="4532630"/>
            <a:ext cx="2607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1. Euclidean Metrics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2. Wasserstein Metrics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9" name="上箭头 38"/>
          <p:cNvSpPr/>
          <p:nvPr>
            <p:custDataLst>
              <p:tags r:id="rId12"/>
            </p:custDataLst>
          </p:nvPr>
        </p:nvSpPr>
        <p:spPr>
          <a:xfrm rot="5400000">
            <a:off x="9401175" y="2193290"/>
            <a:ext cx="177165" cy="504190"/>
          </a:xfrm>
          <a:prstGeom prst="up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073640" y="2089785"/>
            <a:ext cx="895350" cy="60960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15"/>
            </p:custDataLst>
          </p:nvPr>
        </p:nvSpPr>
        <p:spPr>
          <a:xfrm>
            <a:off x="608330" y="4695825"/>
            <a:ext cx="1570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modelnet40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471920" y="2347595"/>
            <a:ext cx="2447290" cy="2185035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18"/>
            </p:custDataLst>
          </p:nvPr>
        </p:nvSpPr>
        <p:spPr>
          <a:xfrm>
            <a:off x="7371715" y="4770120"/>
            <a:ext cx="688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MLP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5" name="上箭头 64"/>
          <p:cNvSpPr/>
          <p:nvPr>
            <p:custDataLst>
              <p:tags r:id="rId19"/>
            </p:custDataLst>
          </p:nvPr>
        </p:nvSpPr>
        <p:spPr>
          <a:xfrm rot="10800000">
            <a:off x="10433050" y="3000375"/>
            <a:ext cx="177165" cy="504190"/>
          </a:xfrm>
          <a:prstGeom prst="up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 descr="pi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9484360" y="3810635"/>
            <a:ext cx="2238375" cy="1522730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22"/>
            </p:custDataLst>
          </p:nvPr>
        </p:nvSpPr>
        <p:spPr>
          <a:xfrm>
            <a:off x="9792335" y="5445760"/>
            <a:ext cx="1546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Classification</a:t>
            </a:r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</a:rPr>
              <a:t>&amp; Benchmark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2" name="文本框 71"/>
          <p:cNvSpPr txBox="1"/>
          <p:nvPr>
            <p:custDataLst>
              <p:tags r:id="rId23"/>
            </p:custDataLst>
          </p:nvPr>
        </p:nvSpPr>
        <p:spPr>
          <a:xfrm>
            <a:off x="7177405" y="1704975"/>
            <a:ext cx="1090295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Decoder</a:t>
            </a:r>
            <a:endParaRPr lang="en-US" altLang="zh-CN">
              <a:solidFill>
                <a:schemeClr val="bg1"/>
              </a:solidFill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Autodecoder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3" name="图片 2" descr="pointnet"/>
          <p:cNvPicPr>
            <a:picLocks noChangeAspect="1"/>
          </p:cNvPicPr>
          <p:nvPr/>
        </p:nvPicPr>
        <p:blipFill>
          <a:blip r:embed="rId4"/>
          <a:srcRect l="-375" t="-135" r="12589" b="52109"/>
          <a:stretch>
            <a:fillRect/>
          </a:stretch>
        </p:blipFill>
        <p:spPr>
          <a:xfrm>
            <a:off x="744220" y="1817370"/>
            <a:ext cx="10702925" cy="2139950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>
            <a:off x="838200" y="5017770"/>
            <a:ext cx="2672080" cy="29654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14120" y="4751070"/>
            <a:ext cx="1874520" cy="8305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mlp (1024,512,256)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3689350" y="5017135"/>
            <a:ext cx="1762760" cy="2978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256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右箭头 13"/>
          <p:cNvSpPr/>
          <p:nvPr>
            <p:custDataLst>
              <p:tags r:id="rId6"/>
            </p:custDataLst>
          </p:nvPr>
        </p:nvSpPr>
        <p:spPr>
          <a:xfrm>
            <a:off x="5742305" y="5017770"/>
            <a:ext cx="2672080" cy="29654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6052820" y="4751070"/>
            <a:ext cx="1948180" cy="83058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mlp (256,512,1024*3)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704580" y="4609465"/>
            <a:ext cx="1807210" cy="1229995"/>
          </a:xfrm>
          <a:prstGeom prst="rect">
            <a:avLst/>
          </a:prstGeom>
        </p:spPr>
      </p:pic>
      <p:cxnSp>
        <p:nvCxnSpPr>
          <p:cNvPr id="19" name="直接连接符 18"/>
          <p:cNvCxnSpPr/>
          <p:nvPr/>
        </p:nvCxnSpPr>
        <p:spPr>
          <a:xfrm>
            <a:off x="548005" y="1528445"/>
            <a:ext cx="1111059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0"/>
            </p:custDataLst>
          </p:nvPr>
        </p:nvCxnSpPr>
        <p:spPr>
          <a:xfrm flipH="1">
            <a:off x="548005" y="1528445"/>
            <a:ext cx="0" cy="4392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11"/>
            </p:custDataLst>
          </p:nvPr>
        </p:nvCxnSpPr>
        <p:spPr>
          <a:xfrm flipV="1">
            <a:off x="540385" y="5905500"/>
            <a:ext cx="5076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2"/>
            </p:custDataLst>
          </p:nvPr>
        </p:nvCxnSpPr>
        <p:spPr>
          <a:xfrm flipH="1">
            <a:off x="5631180" y="4281170"/>
            <a:ext cx="0" cy="1620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13"/>
            </p:custDataLst>
          </p:nvPr>
        </p:nvCxnSpPr>
        <p:spPr>
          <a:xfrm>
            <a:off x="5631180" y="4283710"/>
            <a:ext cx="601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14"/>
            </p:custDataLst>
          </p:nvPr>
        </p:nvCxnSpPr>
        <p:spPr>
          <a:xfrm flipH="1">
            <a:off x="11643360" y="1528445"/>
            <a:ext cx="0" cy="2772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695950" y="4431665"/>
            <a:ext cx="5021580" cy="1711325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325235" y="9074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FF00"/>
                </a:solidFill>
              </a:rPr>
              <a:t>Encoder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5"/>
            </p:custDataLst>
          </p:nvPr>
        </p:nvSpPr>
        <p:spPr>
          <a:xfrm>
            <a:off x="6118860" y="61652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Decoder</a:t>
            </a:r>
            <a:endParaRPr lang="en-US" altLang="zh-CN" sz="3200">
              <a:solidFill>
                <a:srgbClr val="00B0F0"/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Autoencoder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FoldingNet 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165" y="1483995"/>
            <a:ext cx="4647565" cy="46932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Example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3" name="图片 2" descr="point_cloud_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450" y="1906270"/>
            <a:ext cx="3810000" cy="3638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t="13829"/>
          <a:stretch>
            <a:fillRect/>
          </a:stretch>
        </p:blipFill>
        <p:spPr>
          <a:xfrm>
            <a:off x="6524625" y="1829435"/>
            <a:ext cx="4273550" cy="37153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Features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99845" y="1852295"/>
            <a:ext cx="9683750" cy="38671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Selection - Pipeline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棱台 12"/>
          <p:cNvSpPr/>
          <p:nvPr>
            <p:custDataLst>
              <p:tags r:id="rId4"/>
            </p:custDataLst>
          </p:nvPr>
        </p:nvSpPr>
        <p:spPr>
          <a:xfrm>
            <a:off x="2180590" y="2132965"/>
            <a:ext cx="1796415" cy="502285"/>
          </a:xfrm>
          <a:prstGeom prst="bevel">
            <a:avLst/>
          </a:prstGeom>
          <a:solidFill>
            <a:schemeClr val="accent2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Codewords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" name="直角上箭头 2"/>
          <p:cNvSpPr/>
          <p:nvPr>
            <p:custDataLst>
              <p:tags r:id="rId5"/>
            </p:custDataLst>
          </p:nvPr>
        </p:nvSpPr>
        <p:spPr>
          <a:xfrm rot="5400000">
            <a:off x="5739765" y="619760"/>
            <a:ext cx="344170" cy="4747260"/>
          </a:xfrm>
          <a:prstGeom prst="bentUpArrow">
            <a:avLst>
              <a:gd name="adj1" fmla="val 50000"/>
              <a:gd name="adj2" fmla="val 21632"/>
              <a:gd name="adj3" fmla="val 25922"/>
            </a:avLst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棱台 3"/>
          <p:cNvSpPr/>
          <p:nvPr>
            <p:custDataLst>
              <p:tags r:id="rId6"/>
            </p:custDataLst>
          </p:nvPr>
        </p:nvSpPr>
        <p:spPr>
          <a:xfrm>
            <a:off x="4210685" y="2715260"/>
            <a:ext cx="1564640" cy="823595"/>
          </a:xfrm>
          <a:prstGeom prst="bevel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Dimension</a:t>
            </a:r>
            <a:endParaRPr lang="en-US" altLang="zh-CN" b="1">
              <a:solidFill>
                <a:schemeClr val="bg1"/>
              </a:solidFill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</a:rPr>
              <a:t>Reduction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2" name="棱台 11"/>
          <p:cNvSpPr/>
          <p:nvPr>
            <p:custDataLst>
              <p:tags r:id="rId7"/>
            </p:custDataLst>
          </p:nvPr>
        </p:nvSpPr>
        <p:spPr>
          <a:xfrm>
            <a:off x="6070600" y="2715260"/>
            <a:ext cx="1552575" cy="823595"/>
          </a:xfrm>
          <a:prstGeom prst="bevel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Cluster</a:t>
            </a:r>
            <a:endParaRPr lang="en-US" altLang="zh-CN" b="1">
              <a:solidFill>
                <a:schemeClr val="bg1"/>
              </a:solidFill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</a:rPr>
              <a:t>Algorithm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4" name="直角上箭头 13"/>
          <p:cNvSpPr/>
          <p:nvPr>
            <p:custDataLst>
              <p:tags r:id="rId8"/>
            </p:custDataLst>
          </p:nvPr>
        </p:nvSpPr>
        <p:spPr>
          <a:xfrm rot="10800000">
            <a:off x="9184640" y="2513330"/>
            <a:ext cx="1182370" cy="1354455"/>
          </a:xfrm>
          <a:prstGeom prst="bentUpArrow">
            <a:avLst>
              <a:gd name="adj1" fmla="val 8598"/>
              <a:gd name="adj2" fmla="val 16058"/>
              <a:gd name="adj3" fmla="val 19548"/>
            </a:avLst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5" name="棱台 14"/>
          <p:cNvSpPr/>
          <p:nvPr>
            <p:custDataLst>
              <p:tags r:id="rId9"/>
            </p:custDataLst>
          </p:nvPr>
        </p:nvSpPr>
        <p:spPr>
          <a:xfrm>
            <a:off x="8449945" y="2741295"/>
            <a:ext cx="1917065" cy="797560"/>
          </a:xfrm>
          <a:prstGeom prst="bevel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Selected</a:t>
            </a:r>
            <a:endParaRPr lang="en-US" altLang="zh-CN" b="1">
              <a:solidFill>
                <a:schemeClr val="bg1"/>
              </a:solidFill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</a:rPr>
              <a:t>Codewords</a:t>
            </a:r>
            <a:endParaRPr lang="en-US" altLang="zh-CN" b="1">
              <a:solidFill>
                <a:schemeClr val="bg1"/>
              </a:solidFill>
            </a:endParaRPr>
          </a:p>
        </p:txBody>
      </p:sp>
      <p:pic>
        <p:nvPicPr>
          <p:cNvPr id="16" name="内容占位符 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0260" y="2956560"/>
            <a:ext cx="2171700" cy="1739900"/>
          </a:xfrm>
          <a:prstGeom prst="rect">
            <a:avLst/>
          </a:prstGeom>
        </p:spPr>
      </p:pic>
      <p:sp>
        <p:nvSpPr>
          <p:cNvPr id="17" name="上箭头 16"/>
          <p:cNvSpPr/>
          <p:nvPr>
            <p:custDataLst>
              <p:tags r:id="rId12"/>
            </p:custDataLst>
          </p:nvPr>
        </p:nvSpPr>
        <p:spPr>
          <a:xfrm>
            <a:off x="2557780" y="2741295"/>
            <a:ext cx="177165" cy="504190"/>
          </a:xfrm>
          <a:prstGeom prst="up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489565" y="2078990"/>
            <a:ext cx="939800" cy="11430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4671695" y="3642360"/>
            <a:ext cx="684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MLP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6240145" y="3642360"/>
            <a:ext cx="133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K-medoids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60485" y="4010660"/>
            <a:ext cx="895350" cy="609600"/>
          </a:xfrm>
          <a:prstGeom prst="rect">
            <a:avLst/>
          </a:prstGeom>
        </p:spPr>
      </p:pic>
      <p:sp>
        <p:nvSpPr>
          <p:cNvPr id="26" name="上箭头 25"/>
          <p:cNvSpPr/>
          <p:nvPr>
            <p:custDataLst>
              <p:tags r:id="rId19"/>
            </p:custDataLst>
          </p:nvPr>
        </p:nvSpPr>
        <p:spPr>
          <a:xfrm rot="16200000">
            <a:off x="8448675" y="4063365"/>
            <a:ext cx="177165" cy="504190"/>
          </a:xfrm>
          <a:prstGeom prst="up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7" name="图片 26" descr="pi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775325" y="4227195"/>
            <a:ext cx="2238375" cy="152273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22"/>
            </p:custDataLst>
          </p:nvPr>
        </p:nvSpPr>
        <p:spPr>
          <a:xfrm>
            <a:off x="8117840" y="5027930"/>
            <a:ext cx="1546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Classification</a:t>
            </a:r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</a:rPr>
              <a:t>&amp; Benchmark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23"/>
            </p:custDataLst>
          </p:nvPr>
        </p:nvSpPr>
        <p:spPr>
          <a:xfrm>
            <a:off x="9958070" y="4010660"/>
            <a:ext cx="1496060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Selected Data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1962785" y="4826635"/>
            <a:ext cx="1175385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Encoder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(Folding)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25"/>
            </p:custDataLst>
          </p:nvPr>
        </p:nvSpPr>
        <p:spPr>
          <a:xfrm>
            <a:off x="608330" y="4826635"/>
            <a:ext cx="1570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modelnet40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Features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600" y="1691005"/>
            <a:ext cx="5130800" cy="43364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Results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6710" y="1903095"/>
            <a:ext cx="2533650" cy="1447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16710" y="4089400"/>
            <a:ext cx="6597650" cy="12636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任意形状 8"/>
          <p:cNvSpPr/>
          <p:nvPr userDrawn="1">
            <p:custDataLst>
              <p:tags r:id="rId1"/>
            </p:custDataLst>
          </p:nvPr>
        </p:nvSpPr>
        <p:spPr>
          <a:xfrm>
            <a:off x="9727002" y="12667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0" y="501788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Conclusion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雅酷黑 65W" panose="020B0604020202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Distillation: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Resemblance ≠ Effectiveness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Dataset Distillation vs unique characteristics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Decoder not strong enough for two-stage idea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Selection: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Better than randomness at small scale 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Discriminability decreases at large scale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r>
              <a:rPr kumimoji="1" lang="en-US" altLang="zh-CN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Superior choice</a:t>
            </a:r>
            <a:endParaRPr kumimoji="1"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  <a:endParaRPr lang="en-US" altLang="zh-CN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1"/>
  <p:tag name="KSO_WM_UNIT_BK_DARK_LIGHT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92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1"/>
  <p:tag name="KSO_WM_UNIT_BK_DARK_LIGHT" val="1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7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7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7"/>
  <p:tag name="KSO_WM_TEMPLATE_MASTER_THUMB_INDEX" val="12"/>
  <p:tag name="KSO_WM_TEMPLATE_THUMBS_INDEX" val="1、4、7、8、10、11、12、13、15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1"/>
  <p:tag name="KSO_WM_UNIT_BK_DARK_LIGHT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211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220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1"/>
  <p:tag name="KSO_WM_UNIT_BK_DARK_LIGHT" val="1"/>
</p:tagLst>
</file>

<file path=ppt/tags/tag229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7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7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7"/>
  <p:tag name="KSO_WM_TEMPLATE_MASTER_THUMB_INDEX" val="12"/>
  <p:tag name="KSO_WM_TEMPLATE_THUMBS_INDEX" val="1、4、7、8、10、11、12、13、15"/>
</p:tagLst>
</file>

<file path=ppt/tags/tag2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7_1*a*1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PRESET_TEXT" val="空白演示经典风格"/>
  <p:tag name="KSO_WM_UNIT_TEXT_FILL_FORE_SCHEMECOLOR_INDEX_BRIGHTNESS" val="0"/>
  <p:tag name="KSO_WM_UNIT_TEXT_FILL_FORE_SCHEMECOLOR_INDEX" val="14"/>
  <p:tag name="KSO_WM_UNIT_TEXT_FILL_TYPE" val="1"/>
</p:tagLst>
</file>

<file path=ppt/tags/tag2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6917_1*b*1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PRESET_TEXT" val="单击此处添加副标题"/>
  <p:tag name="KSO_WM_UNIT_TEXT_FILL_FORE_SCHEMECOLOR_INDEX_BRIGHTNESS" val="-0.15"/>
  <p:tag name="KSO_WM_UNIT_TEXT_FILL_FORE_SCHEMECOLOR_INDEX" val="14"/>
  <p:tag name="KSO_WM_UNIT_TEXT_FILL_TYPE" val="1"/>
</p:tagLst>
</file>

<file path=ppt/tags/tag259.xml><?xml version="1.0" encoding="utf-8"?>
<p:tagLst xmlns:p="http://schemas.openxmlformats.org/presentationml/2006/main"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6917_1*b*2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演讲者："/>
  <p:tag name="KSO_WM_UNIT_TEXT_FILL_FORE_SCHEMECOLOR_INDEX_BRIGHTNESS" val="0"/>
  <p:tag name="KSO_WM_UNIT_TEXT_FILL_FORE_SCHEMECOLOR_INDEX" val="14"/>
  <p:tag name="KSO_WM_UNIT_TEXT_FILL_TYPE" val="1"/>
</p:tagLst>
</file>

<file path=ppt/tags/tag260.xml><?xml version="1.0" encoding="utf-8"?>
<p:tagLst xmlns:p="http://schemas.openxmlformats.org/presentationml/2006/main">
  <p:tag name="KSO_WM_SLIDE_ID" val="custom2020691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7"/>
  <p:tag name="KSO_WM_SLIDE_LAYOUT" val="a_b"/>
  <p:tag name="KSO_WM_SLIDE_LAYOUT_CNT" val="1_2"/>
  <p:tag name="KSO_WM_TEMPLATE_MASTER_THUMB_INDEX" val="12"/>
  <p:tag name="KSO_WM_TEMPLATE_THUMBS_INDEX" val="1、4、7、8、10、11、12、13、15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5.xml><?xml version="1.0" encoding="utf-8"?>
<p:tagLst xmlns:p="http://schemas.openxmlformats.org/presentationml/2006/main">
  <p:tag name="KSO_WM_SLIDE_BACKGROUND_TYPE" val="general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8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9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0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6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07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08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09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0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1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1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14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15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16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17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18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19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20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21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22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3"/>
  <p:tag name="KSO_WM_UNIT_FILL_TYPE" val="1"/>
</p:tagLst>
</file>

<file path=ppt/tags/tag323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24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25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26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27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28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29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0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1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2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3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4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5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6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7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8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  <p:tag name="KSO_WM_UNIT_FILL_FORE_SCHEMECOLOR_INDEX_BRIGHTNESS" val="0"/>
  <p:tag name="KSO_WM_UNIT_FILL_FORE_SCHEMECOLOR_INDEX" val="13"/>
  <p:tag name="KSO_WM_UNIT_FILL_TYPE" val="1"/>
</p:tagLst>
</file>

<file path=ppt/tags/tag339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0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1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2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3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4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5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8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9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8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6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87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88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89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0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1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93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394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5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6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7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8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9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0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0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0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03.xml><?xml version="1.0" encoding="utf-8"?>
<p:tagLst xmlns:p="http://schemas.openxmlformats.org/presentationml/2006/main">
  <p:tag name="KSO_WM_SLIDE_BACKGROUND_TYPE" val="general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0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6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7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4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5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6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38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9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0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1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2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3.xml><?xml version="1.0" encoding="utf-8"?>
<p:tagLst xmlns:p="http://schemas.openxmlformats.org/presentationml/2006/main">
  <p:tag name="KSO_WM_BEAUTIFY_FLAG" val="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4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45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46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47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48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49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5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52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3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4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5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6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7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6"/>
  <p:tag name="KSO_WM_UNIT_FILL_TYPE" val="1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61.xml><?xml version="1.0" encoding="utf-8"?>
<p:tagLst xmlns:p="http://schemas.openxmlformats.org/presentationml/2006/main">
  <p:tag name="KSO_WM_BEAUTIFY_FLAG" val="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463.xml><?xml version="1.0" encoding="utf-8"?>
<p:tagLst xmlns:p="http://schemas.openxmlformats.org/presentationml/2006/main">
  <p:tag name="KSO_WM_SLIDE_BACKGROUND_TYPE" val="general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7_10*f*1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SUBTYPE" val="a"/>
  <p:tag name="KSO_WM_UNIT_NOCLEAR" val="0"/>
  <p:tag name="KSO_WM_UNIT_VALUE" val="216"/>
  <p:tag name="KSO_WM_UNIT_TYPE" val="f"/>
  <p:tag name="KSO_WM_UNIT_INDEX" val="1"/>
  <p:tag name="KSO_WM_UNIT_PRESET_TEXT" val="点击此处添加正文，文字是您思炼，为了演示发布的良好效果，请言简意赅的阐述您的观点。点击此处添加正文，文字是您思想的提炼，请言简意赅的阐述您的观点。点击此处添加正文，文字是您思炼，为了演示发布的良好效果，请言简意赅的阐述您的观点。点击此处添加正文，文字是您思想的提炼，请言简意赅的阐述您的观点。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7_10*a*1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10"/>
  <p:tag name="KSO_WM_UNIT_TYPE" val="a"/>
  <p:tag name="KSO_WM_UNIT_INDEX" val="1"/>
  <p:tag name="KSO_WM_UNIT_PRESET_TEXT" val="单击此处添加标题"/>
</p:tagLst>
</file>

<file path=ppt/tags/tag466.xml><?xml version="1.0" encoding="utf-8"?>
<p:tagLst xmlns:p="http://schemas.openxmlformats.org/presentationml/2006/main">
  <p:tag name="KSO_WM_SLIDE_ID" val="custom20206917_10"/>
  <p:tag name="KSO_WM_TEMPLATE_SUBCATEGORY" val="0"/>
  <p:tag name="KSO_WM_TEMPLATE_MASTER_TYPE" val="1"/>
  <p:tag name="KSO_WM_TEMPLATE_COLOR_TYPE" val="1"/>
  <p:tag name="KSO_WM_SLIDE_ITEM_CNT" val="0"/>
  <p:tag name="KSO_WM_SLIDE_INDEX" val="10"/>
  <p:tag name="KSO_WM_TAG_VERSION" val="1.0"/>
  <p:tag name="KSO_WM_BEAUTIFY_FLAG" val="#wm#"/>
  <p:tag name="KSO_WM_TEMPLATE_CATEGORY" val="custom"/>
  <p:tag name="KSO_WM_TEMPLATE_INDEX" val="20206917"/>
  <p:tag name="KSO_WM_SLIDE_TYPE" val="text"/>
  <p:tag name="KSO_WM_SLIDE_SUBTYPE" val="picTxt"/>
  <p:tag name="KSO_WM_SLIDE_SIZE" val="829*400"/>
  <p:tag name="KSO_WM_SLIDE_POSITION" val="45*60"/>
  <p:tag name="KSO_WM_SLIDE_LAYOUT" val="a_d_f"/>
  <p:tag name="KSO_WM_SLIDE_LAYOUT_CNT" val="1_1_1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7_10*f*1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SUBTYPE" val="a"/>
  <p:tag name="KSO_WM_UNIT_NOCLEAR" val="0"/>
  <p:tag name="KSO_WM_UNIT_VALUE" val="216"/>
  <p:tag name="KSO_WM_UNIT_TYPE" val="f"/>
  <p:tag name="KSO_WM_UNIT_INDEX" val="1"/>
  <p:tag name="KSO_WM_UNIT_PRESET_TEXT" val="点击此处添加正文，文字是您思炼，为了演示发布的良好效果，请言简意赅的阐述您的观点。点击此处添加正文，文字是您思想的提炼，请言简意赅的阐述您的观点。点击此处添加正文，文字是您思炼，为了演示发布的良好效果，请言简意赅的阐述您的观点。点击此处添加正文，文字是您思想的提炼，请言简意赅的阐述您的观点。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7_10*a*1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10"/>
  <p:tag name="KSO_WM_UNIT_TYPE" val="a"/>
  <p:tag name="KSO_WM_UNIT_INDEX" val="1"/>
  <p:tag name="KSO_WM_UNIT_PRESET_TEXT" val="单击此处添加标题"/>
</p:tagLst>
</file>

<file path=ppt/tags/tag469.xml><?xml version="1.0" encoding="utf-8"?>
<p:tagLst xmlns:p="http://schemas.openxmlformats.org/presentationml/2006/main">
  <p:tag name="KSO_WM_SLIDE_ID" val="custom20206917_10"/>
  <p:tag name="KSO_WM_TEMPLATE_SUBCATEGORY" val="0"/>
  <p:tag name="KSO_WM_TEMPLATE_MASTER_TYPE" val="1"/>
  <p:tag name="KSO_WM_TEMPLATE_COLOR_TYPE" val="1"/>
  <p:tag name="KSO_WM_SLIDE_ITEM_CNT" val="0"/>
  <p:tag name="KSO_WM_SLIDE_INDEX" val="10"/>
  <p:tag name="KSO_WM_TAG_VERSION" val="1.0"/>
  <p:tag name="KSO_WM_BEAUTIFY_FLAG" val="#wm#"/>
  <p:tag name="KSO_WM_TEMPLATE_CATEGORY" val="custom"/>
  <p:tag name="KSO_WM_TEMPLATE_INDEX" val="20206917"/>
  <p:tag name="KSO_WM_SLIDE_TYPE" val="text"/>
  <p:tag name="KSO_WM_SLIDE_SUBTYPE" val="picTxt"/>
  <p:tag name="KSO_WM_SLIDE_SIZE" val="829*400"/>
  <p:tag name="KSO_WM_SLIDE_POSITION" val="45*60"/>
  <p:tag name="KSO_WM_SLIDE_LAYOUT" val="a_d_f"/>
  <p:tag name="KSO_WM_SLIDE_LAYOUT_CNT" val="1_1_1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SLIDE_BACKGROUND_TYPE" val="general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SLIDE_BACKGROUND_TYPE" val="general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BEAUTIFY_FLAG" val=""/>
</p:tagLst>
</file>

<file path=ppt/tags/tag508.xml><?xml version="1.0" encoding="utf-8"?>
<p:tagLst xmlns:p="http://schemas.openxmlformats.org/presentationml/2006/main">
  <p:tag name="KSO_WM_SLIDE_BACKGROUND_TYPE" val="general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2.xml><?xml version="1.0" encoding="utf-8"?>
<p:tagLst xmlns:p="http://schemas.openxmlformats.org/presentationml/2006/main">
  <p:tag name="KSO_WM_SLIDE_BACKGROUND_TYPE" val="general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SLIDE_BACKGROUND_TYPE" val="general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SLIDE_BACKGROUND_TYPE" val="general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3.xml><?xml version="1.0" encoding="utf-8"?>
<p:tagLst xmlns:p="http://schemas.openxmlformats.org/presentationml/2006/main">
  <p:tag name="KSO_WM_SLIDE_BACKGROUND_TYPE" val="general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SLIDE_BACKGROUND_TYPE" val="general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0.9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BEAUTIFY_FLAG" val=""/>
</p:tagLst>
</file>

<file path=ppt/tags/tag554.xml><?xml version="1.0" encoding="utf-8"?>
<p:tagLst xmlns:p="http://schemas.openxmlformats.org/presentationml/2006/main">
  <p:tag name="KSO_WM_SLIDE_BACKGROUND_TYPE" val="general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7_15*a*1"/>
  <p:tag name="KSO_WM_TEMPLATE_CATEGORY" val="custom"/>
  <p:tag name="KSO_WM_TEMPLATE_INDEX" val="202069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S"/>
</p:tagLst>
</file>

<file path=ppt/tags/tag556.xml><?xml version="1.0" encoding="utf-8"?>
<p:tagLst xmlns:p="http://schemas.openxmlformats.org/presentationml/2006/main">
  <p:tag name="KSO_WM_SLIDE_ID" val="custom20206917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6917"/>
  <p:tag name="KSO_WM_SLIDE_TYPE" val="endPage"/>
  <p:tag name="KSO_WM_SLIDE_SUBTYPE" val="pureTxt"/>
  <p:tag name="KSO_WM_SLIDE_LAYOUT" val="a"/>
  <p:tag name="KSO_WM_SLIDE_LAYOUT_CNT" val="1"/>
</p:tagLst>
</file>

<file path=ppt/tags/tag557.xml><?xml version="1.0" encoding="utf-8"?>
<p:tagLst xmlns:p="http://schemas.openxmlformats.org/presentationml/2006/main">
  <p:tag name="commondata" val="eyJoZGlkIjoiOWZmZjVjMmMxMGQ1YTRhOTc5ZTI4NTU3ZGFjMDBlY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272B3A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SM 预置配色-深色">
      <a:dk1>
        <a:srgbClr val="000000"/>
      </a:dk1>
      <a:lt1>
        <a:srgbClr val="FFFFFF"/>
      </a:lt1>
      <a:dk2>
        <a:srgbClr val="0F1423"/>
      </a:dk2>
      <a:lt2>
        <a:srgbClr val="272B3A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1539</Words>
  <Application>WPS 演示</Application>
  <PresentationFormat>宽屏</PresentationFormat>
  <Paragraphs>168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汉仪雅酷黑 65W</vt:lpstr>
      <vt:lpstr>黑体</vt:lpstr>
      <vt:lpstr>Wingdings</vt:lpstr>
      <vt:lpstr>Arial Unicode MS</vt:lpstr>
      <vt:lpstr>Calibri</vt:lpstr>
      <vt:lpstr>WPS</vt:lpstr>
      <vt:lpstr>2_Office 主题​​</vt:lpstr>
      <vt:lpstr>1_Office 主题​​</vt:lpstr>
      <vt:lpstr>Two-stage Dataset Compression</vt:lpstr>
      <vt:lpstr>PowerPoint 演示文稿</vt:lpstr>
      <vt:lpstr>PowerPoint 演示文稿</vt:lpstr>
      <vt:lpstr>PowerPoint 演示文稿</vt:lpstr>
      <vt:lpstr>3D Point Cloud</vt:lpstr>
      <vt:lpstr>Classification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刘泳霖</dc:creator>
  <cp:lastModifiedBy>待我买归</cp:lastModifiedBy>
  <cp:revision>6</cp:revision>
  <dcterms:created xsi:type="dcterms:W3CDTF">2023-08-09T12:44:00Z</dcterms:created>
  <dcterms:modified xsi:type="dcterms:W3CDTF">2025-01-03T05:18:44Z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